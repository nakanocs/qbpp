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50" d="100"/>
          <a:sy n="150" d="100"/>
        </p:scale>
        <p:origin x="-108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4CA8BD8-3F76-448C-9EC3-9ACAC990CA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4487B0D-585B-4CEF-9521-97D4EFA7EA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8DEB4F3-EF5A-4767-A8AD-D4E71E2B0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49A5A-0767-4D13-9CC0-3A8774588994}" type="datetimeFigureOut">
              <a:rPr kumimoji="1" lang="ja-JP" altLang="en-US" smtClean="0"/>
              <a:t>2026/1/3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9110ABA-6D1D-4209-92F1-9D0F876E4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171D53B-1E92-488F-AE2A-CCAA42026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58D79-7B24-4D68-8DFF-A8266D8404C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578309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A512553-C3F8-4DDC-861C-3EF27F1A6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F008621-6684-49C8-883E-4C7ADC40A3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8329EF3-B53E-4B8A-B2E6-A39268364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49A5A-0767-4D13-9CC0-3A8774588994}" type="datetimeFigureOut">
              <a:rPr kumimoji="1" lang="ja-JP" altLang="en-US" smtClean="0"/>
              <a:t>2026/1/3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19C84A8-CE21-4F4C-8784-8C1B070CA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0C9BF0F-23D4-4AEC-9140-01D572B2A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58D79-7B24-4D68-8DFF-A8266D8404C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917307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DEF76FE-8266-41DD-83A1-5157380F10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AC5A144-2A2B-4DF0-8E3F-151FFBDA43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981F5A0-32F5-4F28-9C98-EF9F0B8F0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49A5A-0767-4D13-9CC0-3A8774588994}" type="datetimeFigureOut">
              <a:rPr kumimoji="1" lang="ja-JP" altLang="en-US" smtClean="0"/>
              <a:t>2026/1/3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F097FA1-1522-4A6E-9687-A79D430DB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8305DC9-A944-45EC-803E-8DF6D4BCB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58D79-7B24-4D68-8DFF-A8266D8404C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177157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1E3DA3F-5A1B-42B6-AE7E-5A3768704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0AB1AF8-42C1-4F8A-ACC4-455F479F88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EB2FFF8-2AE2-4E4E-AF5D-F0ACD31115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09B2120-2379-478C-A1C9-B25D77C2C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49A5A-0767-4D13-9CC0-3A8774588994}" type="datetimeFigureOut">
              <a:rPr kumimoji="1" lang="ja-JP" altLang="en-US" smtClean="0"/>
              <a:t>2026/1/3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BAF8A63-8CC3-447F-A08D-A16BDADCC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5F9917C-D281-4B65-B02F-48D76332B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58D79-7B24-4D68-8DFF-A8266D8404C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72758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130937-76BA-4980-93C7-0237CC8CF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D1D50A8-AD34-459C-94EB-9DFDAE21B9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FE533B2-3CF2-46EC-A0A5-7555B53BE1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C72C9A25-4910-4226-B5F5-0C083053ED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ED9E8CFF-613A-4105-AECB-C80AB16E2F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B44C260-AC28-413F-A423-379ED4973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49A5A-0767-4D13-9CC0-3A8774588994}" type="datetimeFigureOut">
              <a:rPr kumimoji="1" lang="ja-JP" altLang="en-US" smtClean="0"/>
              <a:t>2026/1/3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017DCEBA-2E64-4BBF-9C55-A05BA90A7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89A78B20-2082-4DC7-922F-7CD7AD84D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58D79-7B24-4D68-8DFF-A8266D8404C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035674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5439DC4-E237-4C2E-B934-81A401B76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92179B8B-21FA-42D7-BD23-76170ADE5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49A5A-0767-4D13-9CC0-3A8774588994}" type="datetimeFigureOut">
              <a:rPr kumimoji="1" lang="ja-JP" altLang="en-US" smtClean="0"/>
              <a:t>2026/1/3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74BB4EF7-9896-4BBC-BCED-31BA01FA3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F38B41A-14CE-46B1-9F12-B928FEE79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58D79-7B24-4D68-8DFF-A8266D8404C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0870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AD89B24-2332-4B40-9753-6F1964E2A3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49A5A-0767-4D13-9CC0-3A8774588994}" type="datetimeFigureOut">
              <a:rPr kumimoji="1" lang="ja-JP" altLang="en-US" smtClean="0"/>
              <a:t>2026/1/3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065958F-20FA-4652-9846-5415BCC55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65CE8D0-B6CC-4204-A4A2-2B0E8A271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58D79-7B24-4D68-8DFF-A8266D8404C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563861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D2BA907-08A9-4CF7-9711-0C1614C9F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E12AC17-A1A1-43BC-89BF-5BC51A90AB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9151C08-0C74-41E2-8933-EC684990D9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4005F21-7A8D-4FBA-AE20-E5A5891C1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49A5A-0767-4D13-9CC0-3A8774588994}" type="datetimeFigureOut">
              <a:rPr kumimoji="1" lang="ja-JP" altLang="en-US" smtClean="0"/>
              <a:t>2026/1/3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06A5F18-D394-4C43-9B56-62BFD7AACB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58E830F-C5D0-4CEF-AB5A-1ED88FD71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58D79-7B24-4D68-8DFF-A8266D8404C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14138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26D8865-827E-4048-82A8-D6389B10D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2BC9FEB6-28D9-4059-BC34-736DFE3624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AEEE850-0867-44CF-8C0D-6693C2BBD4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EDA0B69-A449-4090-852F-778DDCB8B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49A5A-0767-4D13-9CC0-3A8774588994}" type="datetimeFigureOut">
              <a:rPr kumimoji="1" lang="ja-JP" altLang="en-US" smtClean="0"/>
              <a:t>2026/1/3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6036D26-8098-4206-849A-C505B532F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5379A81-5F5E-4093-AF70-15009C42D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58D79-7B24-4D68-8DFF-A8266D8404C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10674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A0EB472-009C-47AE-B284-3B371C1EF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5F7A93F-97E0-4CCB-94D2-68042EF61E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EA5F6DB-AF79-44D7-A856-B58DC8F87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49A5A-0767-4D13-9CC0-3A8774588994}" type="datetimeFigureOut">
              <a:rPr kumimoji="1" lang="ja-JP" altLang="en-US" smtClean="0"/>
              <a:t>2026/1/3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8BCEAFF-B8AE-431A-BB41-161322A68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C48062B-4BC5-4423-B759-E57721F047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58D79-7B24-4D68-8DFF-A8266D8404C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32325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4A03C26F-911F-483D-9D15-F71CFF759F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935B17F-5504-4A0B-82B0-8EAB7DEA8E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AAAE869-5EE1-495A-B9EA-660B60DA6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49A5A-0767-4D13-9CC0-3A8774588994}" type="datetimeFigureOut">
              <a:rPr kumimoji="1" lang="ja-JP" altLang="en-US" smtClean="0"/>
              <a:t>2026/1/3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CF10953-EF03-47E4-9BC4-9C678E632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6AD7EC5-806B-4D9A-8AC2-4F1F7D5BC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B58D79-7B24-4D68-8DFF-A8266D8404C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653714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2B2E4B84-E530-434E-AB23-D960F5665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874A17F-EA6F-4B02-BA22-7F6B3BB240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953502C-7CE0-47E6-A641-95C1244B5F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749A5A-0767-4D13-9CC0-3A8774588994}" type="datetimeFigureOut">
              <a:rPr kumimoji="1" lang="ja-JP" altLang="en-US" smtClean="0"/>
              <a:t>2026/1/3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264765A-0107-4632-ABB8-C1B4F51D51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B4101EB-2050-43EC-8C8D-9544BF4B84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B58D79-7B24-4D68-8DFF-A8266D8404C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9847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3.png"/><Relationship Id="rId18" Type="http://schemas.openxmlformats.org/officeDocument/2006/relationships/image" Target="../media/image28.png"/><Relationship Id="rId26" Type="http://schemas.openxmlformats.org/officeDocument/2006/relationships/image" Target="../media/image36.png"/><Relationship Id="rId21" Type="http://schemas.openxmlformats.org/officeDocument/2006/relationships/image" Target="../media/image31.png"/><Relationship Id="rId34" Type="http://schemas.openxmlformats.org/officeDocument/2006/relationships/image" Target="../media/image44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17" Type="http://schemas.openxmlformats.org/officeDocument/2006/relationships/image" Target="../media/image27.png"/><Relationship Id="rId25" Type="http://schemas.openxmlformats.org/officeDocument/2006/relationships/image" Target="../media/image35.png"/><Relationship Id="rId33" Type="http://schemas.openxmlformats.org/officeDocument/2006/relationships/image" Target="../media/image43.png"/><Relationship Id="rId38" Type="http://schemas.openxmlformats.org/officeDocument/2006/relationships/image" Target="../media/image48.png"/><Relationship Id="rId2" Type="http://schemas.openxmlformats.org/officeDocument/2006/relationships/image" Target="../media/image12.png"/><Relationship Id="rId16" Type="http://schemas.openxmlformats.org/officeDocument/2006/relationships/image" Target="../media/image26.png"/><Relationship Id="rId20" Type="http://schemas.openxmlformats.org/officeDocument/2006/relationships/image" Target="../media/image30.png"/><Relationship Id="rId29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24" Type="http://schemas.openxmlformats.org/officeDocument/2006/relationships/image" Target="../media/image34.png"/><Relationship Id="rId32" Type="http://schemas.openxmlformats.org/officeDocument/2006/relationships/image" Target="../media/image42.png"/><Relationship Id="rId37" Type="http://schemas.openxmlformats.org/officeDocument/2006/relationships/image" Target="../media/image47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23" Type="http://schemas.openxmlformats.org/officeDocument/2006/relationships/image" Target="../media/image33.png"/><Relationship Id="rId28" Type="http://schemas.openxmlformats.org/officeDocument/2006/relationships/image" Target="../media/image38.png"/><Relationship Id="rId36" Type="http://schemas.openxmlformats.org/officeDocument/2006/relationships/image" Target="../media/image46.png"/><Relationship Id="rId10" Type="http://schemas.openxmlformats.org/officeDocument/2006/relationships/image" Target="../media/image20.png"/><Relationship Id="rId19" Type="http://schemas.openxmlformats.org/officeDocument/2006/relationships/image" Target="../media/image29.png"/><Relationship Id="rId31" Type="http://schemas.openxmlformats.org/officeDocument/2006/relationships/image" Target="../media/image41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Relationship Id="rId22" Type="http://schemas.openxmlformats.org/officeDocument/2006/relationships/image" Target="../media/image32.png"/><Relationship Id="rId27" Type="http://schemas.openxmlformats.org/officeDocument/2006/relationships/image" Target="../media/image37.png"/><Relationship Id="rId30" Type="http://schemas.openxmlformats.org/officeDocument/2006/relationships/image" Target="../media/image40.png"/><Relationship Id="rId35" Type="http://schemas.openxmlformats.org/officeDocument/2006/relationships/image" Target="../media/image45.png"/><Relationship Id="rId8" Type="http://schemas.openxmlformats.org/officeDocument/2006/relationships/image" Target="../media/image18.png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 3">
                <a:extLst>
                  <a:ext uri="{FF2B5EF4-FFF2-40B4-BE49-F238E27FC236}">
                    <a16:creationId xmlns:a16="http://schemas.microsoft.com/office/drawing/2014/main" id="{C346AFB6-09A9-40FC-B672-F4791266123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5526915"/>
                  </p:ext>
                </p:extLst>
              </p:nvPr>
            </p:nvGraphicFramePr>
            <p:xfrm>
              <a:off x="1924657" y="1428415"/>
              <a:ext cx="1438984" cy="14410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59746">
                      <a:extLst>
                        <a:ext uri="{9D8B030D-6E8A-4147-A177-3AD203B41FA5}">
                          <a16:colId xmlns:a16="http://schemas.microsoft.com/office/drawing/2014/main" val="15703544"/>
                        </a:ext>
                      </a:extLst>
                    </a:gridCol>
                    <a:gridCol w="359746">
                      <a:extLst>
                        <a:ext uri="{9D8B030D-6E8A-4147-A177-3AD203B41FA5}">
                          <a16:colId xmlns:a16="http://schemas.microsoft.com/office/drawing/2014/main" val="190055790"/>
                        </a:ext>
                      </a:extLst>
                    </a:gridCol>
                    <a:gridCol w="359746">
                      <a:extLst>
                        <a:ext uri="{9D8B030D-6E8A-4147-A177-3AD203B41FA5}">
                          <a16:colId xmlns:a16="http://schemas.microsoft.com/office/drawing/2014/main" val="1622504738"/>
                        </a:ext>
                      </a:extLst>
                    </a:gridCol>
                    <a:gridCol w="359746">
                      <a:extLst>
                        <a:ext uri="{9D8B030D-6E8A-4147-A177-3AD203B41FA5}">
                          <a16:colId xmlns:a16="http://schemas.microsoft.com/office/drawing/2014/main" val="1797870748"/>
                        </a:ext>
                      </a:extLst>
                    </a:gridCol>
                  </a:tblGrid>
                  <a:tr h="36026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ja-JP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1" lang="en-US" altLang="ja-JP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0,0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ja-JP" altLang="en-US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ja-JP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1" lang="en-US" altLang="ja-JP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0,1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ja-JP" altLang="en-U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游ゴシック" panose="020F0502020204030204"/>
                            <a:ea typeface="游ゴシック" panose="020B0400000000000000" pitchFamily="50" charset="-128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ja-JP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1" lang="en-US" altLang="ja-JP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0,2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ja-JP" altLang="en-U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游ゴシック" panose="020F0502020204030204"/>
                            <a:ea typeface="游ゴシック" panose="020B0400000000000000" pitchFamily="50" charset="-128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ja-JP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1" lang="en-US" altLang="ja-JP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0,3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ja-JP" altLang="en-U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游ゴシック" panose="020F0502020204030204"/>
                            <a:ea typeface="游ゴシック" panose="020B0400000000000000" pitchFamily="50" charset="-128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0917094"/>
                      </a:ext>
                    </a:extLst>
                  </a:tr>
                  <a:tr h="36026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ja-JP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1" lang="en-US" altLang="ja-JP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1,0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ja-JP" altLang="en-US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ja-JP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1" lang="en-US" altLang="ja-JP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1,1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ja-JP" altLang="en-U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游ゴシック" panose="020F0502020204030204"/>
                            <a:ea typeface="游ゴシック" panose="020B0400000000000000" pitchFamily="50" charset="-128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ja-JP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1" lang="en-US" altLang="ja-JP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1,2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ja-JP" altLang="en-U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游ゴシック" panose="020F0502020204030204"/>
                            <a:ea typeface="游ゴシック" panose="020B0400000000000000" pitchFamily="50" charset="-128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ja-JP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1" lang="en-US" altLang="ja-JP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1,3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ja-JP" altLang="en-U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游ゴシック" panose="020F0502020204030204"/>
                            <a:ea typeface="游ゴシック" panose="020B0400000000000000" pitchFamily="50" charset="-128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49090082"/>
                      </a:ext>
                    </a:extLst>
                  </a:tr>
                  <a:tr h="36026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ja-JP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1" lang="en-US" altLang="ja-JP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2,0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ja-JP" altLang="en-US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ja-JP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1" lang="en-US" altLang="ja-JP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2,1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ja-JP" altLang="en-U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游ゴシック" panose="020F0502020204030204"/>
                            <a:ea typeface="游ゴシック" panose="020B0400000000000000" pitchFamily="50" charset="-128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ja-JP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1" lang="en-US" altLang="ja-JP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2,2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ja-JP" altLang="en-U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游ゴシック" panose="020F0502020204030204"/>
                            <a:ea typeface="游ゴシック" panose="020B0400000000000000" pitchFamily="50" charset="-128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ja-JP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1" lang="en-US" altLang="ja-JP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2,3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ja-JP" altLang="en-U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游ゴシック" panose="020F0502020204030204"/>
                            <a:ea typeface="游ゴシック" panose="020B0400000000000000" pitchFamily="50" charset="-128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49854112"/>
                      </a:ext>
                    </a:extLst>
                  </a:tr>
                  <a:tr h="36026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ja-JP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1" lang="en-US" altLang="ja-JP" sz="16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3,0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ja-JP" altLang="en-US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ja-JP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1" lang="en-US" altLang="ja-JP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3,1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ja-JP" altLang="en-U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游ゴシック" panose="020F0502020204030204"/>
                            <a:ea typeface="游ゴシック" panose="020B0400000000000000" pitchFamily="50" charset="-128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ja-JP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1" lang="en-US" altLang="ja-JP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3,2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ja-JP" altLang="en-U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游ゴシック" panose="020F0502020204030204"/>
                            <a:ea typeface="游ゴシック" panose="020B0400000000000000" pitchFamily="50" charset="-128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kumimoji="1" lang="en-US" altLang="ja-JP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1" lang="en-US" altLang="ja-JP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kumimoji="1" lang="en-US" altLang="ja-JP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cs typeface="+mn-cs"/>
                                      </a:rPr>
                                      <m:t>3,3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kumimoji="1" lang="ja-JP" altLang="en-U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游ゴシック" panose="020F0502020204030204"/>
                            <a:ea typeface="游ゴシック" panose="020B0400000000000000" pitchFamily="50" charset="-128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8428238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 3">
                <a:extLst>
                  <a:ext uri="{FF2B5EF4-FFF2-40B4-BE49-F238E27FC236}">
                    <a16:creationId xmlns:a16="http://schemas.microsoft.com/office/drawing/2014/main" id="{C346AFB6-09A9-40FC-B672-F4791266123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5526915"/>
                  </p:ext>
                </p:extLst>
              </p:nvPr>
            </p:nvGraphicFramePr>
            <p:xfrm>
              <a:off x="1924657" y="1428415"/>
              <a:ext cx="1438984" cy="14410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59746">
                      <a:extLst>
                        <a:ext uri="{9D8B030D-6E8A-4147-A177-3AD203B41FA5}">
                          <a16:colId xmlns:a16="http://schemas.microsoft.com/office/drawing/2014/main" val="15703544"/>
                        </a:ext>
                      </a:extLst>
                    </a:gridCol>
                    <a:gridCol w="359746">
                      <a:extLst>
                        <a:ext uri="{9D8B030D-6E8A-4147-A177-3AD203B41FA5}">
                          <a16:colId xmlns:a16="http://schemas.microsoft.com/office/drawing/2014/main" val="190055790"/>
                        </a:ext>
                      </a:extLst>
                    </a:gridCol>
                    <a:gridCol w="359746">
                      <a:extLst>
                        <a:ext uri="{9D8B030D-6E8A-4147-A177-3AD203B41FA5}">
                          <a16:colId xmlns:a16="http://schemas.microsoft.com/office/drawing/2014/main" val="1622504738"/>
                        </a:ext>
                      </a:extLst>
                    </a:gridCol>
                    <a:gridCol w="359746">
                      <a:extLst>
                        <a:ext uri="{9D8B030D-6E8A-4147-A177-3AD203B41FA5}">
                          <a16:colId xmlns:a16="http://schemas.microsoft.com/office/drawing/2014/main" val="1797870748"/>
                        </a:ext>
                      </a:extLst>
                    </a:gridCol>
                  </a:tblGrid>
                  <a:tr h="360265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695" t="-1695" r="-305085" b="-3050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1695" r="-200000" b="-3050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3390" t="-1695" r="-103390" b="-3050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3390" t="-1695" r="-3390" b="-3050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0917094"/>
                      </a:ext>
                    </a:extLst>
                  </a:tr>
                  <a:tr h="360265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695" t="-100000" r="-305085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100000" r="-200000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3390" t="-100000" r="-103390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3390" t="-100000" r="-3390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49090082"/>
                      </a:ext>
                    </a:extLst>
                  </a:tr>
                  <a:tr h="360265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695" t="-203390" r="-305085" b="-10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203390" r="-200000" b="-10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3390" t="-203390" r="-103390" b="-10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3390" t="-203390" r="-3390" b="-1033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49854112"/>
                      </a:ext>
                    </a:extLst>
                  </a:tr>
                  <a:tr h="360265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695" t="-303390" r="-305085" b="-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303390" r="-200000" b="-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3390" t="-303390" r="-103390" b="-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3390" t="-303390" r="-3390" b="-33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8428238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 4">
                <a:extLst>
                  <a:ext uri="{FF2B5EF4-FFF2-40B4-BE49-F238E27FC236}">
                    <a16:creationId xmlns:a16="http://schemas.microsoft.com/office/drawing/2014/main" id="{47BB313B-80AB-4924-9FE2-AC163408B84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38083553"/>
                  </p:ext>
                </p:extLst>
              </p:nvPr>
            </p:nvGraphicFramePr>
            <p:xfrm>
              <a:off x="3797959" y="1428415"/>
              <a:ext cx="1438984" cy="14410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59746">
                      <a:extLst>
                        <a:ext uri="{9D8B030D-6E8A-4147-A177-3AD203B41FA5}">
                          <a16:colId xmlns:a16="http://schemas.microsoft.com/office/drawing/2014/main" val="15703544"/>
                        </a:ext>
                      </a:extLst>
                    </a:gridCol>
                    <a:gridCol w="359746">
                      <a:extLst>
                        <a:ext uri="{9D8B030D-6E8A-4147-A177-3AD203B41FA5}">
                          <a16:colId xmlns:a16="http://schemas.microsoft.com/office/drawing/2014/main" val="190055790"/>
                        </a:ext>
                      </a:extLst>
                    </a:gridCol>
                    <a:gridCol w="359746">
                      <a:extLst>
                        <a:ext uri="{9D8B030D-6E8A-4147-A177-3AD203B41FA5}">
                          <a16:colId xmlns:a16="http://schemas.microsoft.com/office/drawing/2014/main" val="1622504738"/>
                        </a:ext>
                      </a:extLst>
                    </a:gridCol>
                    <a:gridCol w="359746">
                      <a:extLst>
                        <a:ext uri="{9D8B030D-6E8A-4147-A177-3AD203B41FA5}">
                          <a16:colId xmlns:a16="http://schemas.microsoft.com/office/drawing/2014/main" val="1797870748"/>
                        </a:ext>
                      </a:extLst>
                    </a:gridCol>
                  </a:tblGrid>
                  <a:tr h="360265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sz="1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kumimoji="1" lang="ja-JP" altLang="en-US" sz="1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1" lang="ja-JP" altLang="en-U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游ゴシック" panose="020F0502020204030204"/>
                            <a:ea typeface="游ゴシック" panose="020B0400000000000000" pitchFamily="50" charset="-128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kumimoji="1" lang="ja-JP" altLang="en-U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游ゴシック" panose="020F0502020204030204"/>
                            <a:ea typeface="游ゴシック" panose="020B0400000000000000" pitchFamily="50" charset="-128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kumimoji="1" lang="ja-JP" altLang="en-U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游ゴシック" panose="020F0502020204030204"/>
                            <a:ea typeface="游ゴシック" panose="020B0400000000000000" pitchFamily="50" charset="-128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0917094"/>
                      </a:ext>
                    </a:extLst>
                  </a:tr>
                  <a:tr h="36026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kumimoji="1" lang="ja-JP" altLang="en-U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游ゴシック" panose="020F0502020204030204"/>
                            <a:ea typeface="游ゴシック" panose="020B0400000000000000" pitchFamily="50" charset="-128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kumimoji="1" lang="ja-JP" altLang="en-U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游ゴシック" panose="020F0502020204030204"/>
                            <a:ea typeface="游ゴシック" panose="020B0400000000000000" pitchFamily="50" charset="-128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kumimoji="1" lang="ja-JP" altLang="en-U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游ゴシック" panose="020F0502020204030204"/>
                            <a:ea typeface="游ゴシック" panose="020B0400000000000000" pitchFamily="50" charset="-128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1" lang="ja-JP" altLang="en-U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游ゴシック" panose="020F0502020204030204"/>
                            <a:ea typeface="游ゴシック" panose="020B0400000000000000" pitchFamily="50" charset="-128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49090082"/>
                      </a:ext>
                    </a:extLst>
                  </a:tr>
                  <a:tr h="36026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1" lang="ja-JP" altLang="en-U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游ゴシック" panose="020F0502020204030204"/>
                            <a:ea typeface="游ゴシック" panose="020B0400000000000000" pitchFamily="50" charset="-128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kumimoji="1" lang="ja-JP" altLang="en-U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游ゴシック" panose="020F0502020204030204"/>
                            <a:ea typeface="游ゴシック" panose="020B0400000000000000" pitchFamily="50" charset="-128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kumimoji="1" lang="ja-JP" altLang="en-U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游ゴシック" panose="020F0502020204030204"/>
                            <a:ea typeface="游ゴシック" panose="020B0400000000000000" pitchFamily="50" charset="-128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kumimoji="1" lang="ja-JP" altLang="en-U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游ゴシック" panose="020F0502020204030204"/>
                            <a:ea typeface="游ゴシック" panose="020B0400000000000000" pitchFamily="50" charset="-128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749854112"/>
                      </a:ext>
                    </a:extLst>
                  </a:tr>
                  <a:tr h="360265"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kumimoji="1" lang="ja-JP" altLang="en-U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游ゴシック" panose="020F0502020204030204"/>
                            <a:ea typeface="游ゴシック" panose="020B0400000000000000" pitchFamily="50" charset="-128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kumimoji="1" lang="ja-JP" altLang="en-U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游ゴシック" panose="020F0502020204030204"/>
                            <a:ea typeface="游ゴシック" panose="020B0400000000000000" pitchFamily="50" charset="-128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游ゴシック" panose="020B0400000000000000" pitchFamily="50" charset="-128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1" lang="ja-JP" altLang="en-U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游ゴシック" panose="020F0502020204030204"/>
                            <a:ea typeface="游ゴシック" panose="020B0400000000000000" pitchFamily="50" charset="-128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1" lang="en-US" altLang="ja-JP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chemeClr val="tx1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cs typeface="+mn-cs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kumimoji="1" lang="ja-JP" altLang="en-US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uLnTx/>
                            <a:uFillTx/>
                            <a:latin typeface="游ゴシック" panose="020F0502020204030204"/>
                            <a:ea typeface="游ゴシック" panose="020B0400000000000000" pitchFamily="50" charset="-128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8428238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 4">
                <a:extLst>
                  <a:ext uri="{FF2B5EF4-FFF2-40B4-BE49-F238E27FC236}">
                    <a16:creationId xmlns:a16="http://schemas.microsoft.com/office/drawing/2014/main" id="{47BB313B-80AB-4924-9FE2-AC163408B84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38083553"/>
                  </p:ext>
                </p:extLst>
              </p:nvPr>
            </p:nvGraphicFramePr>
            <p:xfrm>
              <a:off x="3797959" y="1428415"/>
              <a:ext cx="1438984" cy="14410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59746">
                      <a:extLst>
                        <a:ext uri="{9D8B030D-6E8A-4147-A177-3AD203B41FA5}">
                          <a16:colId xmlns:a16="http://schemas.microsoft.com/office/drawing/2014/main" val="15703544"/>
                        </a:ext>
                      </a:extLst>
                    </a:gridCol>
                    <a:gridCol w="359746">
                      <a:extLst>
                        <a:ext uri="{9D8B030D-6E8A-4147-A177-3AD203B41FA5}">
                          <a16:colId xmlns:a16="http://schemas.microsoft.com/office/drawing/2014/main" val="190055790"/>
                        </a:ext>
                      </a:extLst>
                    </a:gridCol>
                    <a:gridCol w="359746">
                      <a:extLst>
                        <a:ext uri="{9D8B030D-6E8A-4147-A177-3AD203B41FA5}">
                          <a16:colId xmlns:a16="http://schemas.microsoft.com/office/drawing/2014/main" val="1622504738"/>
                        </a:ext>
                      </a:extLst>
                    </a:gridCol>
                    <a:gridCol w="359746">
                      <a:extLst>
                        <a:ext uri="{9D8B030D-6E8A-4147-A177-3AD203B41FA5}">
                          <a16:colId xmlns:a16="http://schemas.microsoft.com/office/drawing/2014/main" val="1797870748"/>
                        </a:ext>
                      </a:extLst>
                    </a:gridCol>
                  </a:tblGrid>
                  <a:tr h="360265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390" t="-1695" r="-305085" b="-3050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667" t="-1695" r="-200000" b="-3050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5085" t="-1695" r="-103390" b="-30508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5085" t="-1695" r="-3390" b="-3050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0917094"/>
                      </a:ext>
                    </a:extLst>
                  </a:tr>
                  <a:tr h="360265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390" t="-100000" r="-305085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667" t="-100000" r="-200000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5085" t="-100000" r="-103390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5085" t="-100000" r="-3390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49090082"/>
                      </a:ext>
                    </a:extLst>
                  </a:tr>
                  <a:tr h="360265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390" t="-203390" r="-305085" b="-10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667" t="-203390" r="-200000" b="-10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5085" t="-203390" r="-103390" b="-10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5085" t="-203390" r="-3390" b="-1033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49854112"/>
                      </a:ext>
                    </a:extLst>
                  </a:tr>
                  <a:tr h="360265"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390" t="-303390" r="-305085" b="-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667" t="-303390" r="-200000" b="-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5085" t="-303390" r="-103390" b="-33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5085" t="-303390" r="-3390" b="-33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8428238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6171143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グループ化 76">
            <a:extLst>
              <a:ext uri="{FF2B5EF4-FFF2-40B4-BE49-F238E27FC236}">
                <a16:creationId xmlns:a16="http://schemas.microsoft.com/office/drawing/2014/main" id="{B8C8D63A-F3E4-489B-923E-5514C682ED21}"/>
              </a:ext>
            </a:extLst>
          </p:cNvPr>
          <p:cNvGrpSpPr/>
          <p:nvPr/>
        </p:nvGrpSpPr>
        <p:grpSpPr>
          <a:xfrm>
            <a:off x="924571" y="950017"/>
            <a:ext cx="3090080" cy="2489870"/>
            <a:chOff x="924571" y="950017"/>
            <a:chExt cx="3090080" cy="2489870"/>
          </a:xfrm>
        </p:grpSpPr>
        <p:grpSp>
          <p:nvGrpSpPr>
            <p:cNvPr id="20" name="グループ化 19">
              <a:extLst>
                <a:ext uri="{FF2B5EF4-FFF2-40B4-BE49-F238E27FC236}">
                  <a16:creationId xmlns:a16="http://schemas.microsoft.com/office/drawing/2014/main" id="{B5C4AFB9-3AFD-402C-9604-3451ABAFED6D}"/>
                </a:ext>
              </a:extLst>
            </p:cNvPr>
            <p:cNvGrpSpPr/>
            <p:nvPr/>
          </p:nvGrpSpPr>
          <p:grpSpPr>
            <a:xfrm>
              <a:off x="1706880" y="1254034"/>
              <a:ext cx="2307771" cy="278675"/>
              <a:chOff x="1706880" y="1254034"/>
              <a:chExt cx="2307771" cy="278675"/>
            </a:xfrm>
          </p:grpSpPr>
          <p:sp>
            <p:nvSpPr>
              <p:cNvPr id="4" name="楕円 3">
                <a:extLst>
                  <a:ext uri="{FF2B5EF4-FFF2-40B4-BE49-F238E27FC236}">
                    <a16:creationId xmlns:a16="http://schemas.microsoft.com/office/drawing/2014/main" id="{954D4518-3D5D-4F31-B275-D6317E040278}"/>
                  </a:ext>
                </a:extLst>
              </p:cNvPr>
              <p:cNvSpPr/>
              <p:nvPr/>
            </p:nvSpPr>
            <p:spPr>
              <a:xfrm>
                <a:off x="1706880" y="1254034"/>
                <a:ext cx="278675" cy="278675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8" name="楕円 17">
                <a:extLst>
                  <a:ext uri="{FF2B5EF4-FFF2-40B4-BE49-F238E27FC236}">
                    <a16:creationId xmlns:a16="http://schemas.microsoft.com/office/drawing/2014/main" id="{DFE7B651-7FD6-4BC3-8D98-F684D8A2C3A5}"/>
                  </a:ext>
                </a:extLst>
              </p:cNvPr>
              <p:cNvSpPr/>
              <p:nvPr/>
            </p:nvSpPr>
            <p:spPr>
              <a:xfrm>
                <a:off x="2721428" y="1254034"/>
                <a:ext cx="278675" cy="278675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9" name="楕円 18">
                <a:extLst>
                  <a:ext uri="{FF2B5EF4-FFF2-40B4-BE49-F238E27FC236}">
                    <a16:creationId xmlns:a16="http://schemas.microsoft.com/office/drawing/2014/main" id="{E546F7E1-DFFB-41BE-ACB9-B12F1A9A60BF}"/>
                  </a:ext>
                </a:extLst>
              </p:cNvPr>
              <p:cNvSpPr/>
              <p:nvPr/>
            </p:nvSpPr>
            <p:spPr>
              <a:xfrm>
                <a:off x="3735976" y="1254034"/>
                <a:ext cx="278675" cy="278675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21" name="グループ化 20">
              <a:extLst>
                <a:ext uri="{FF2B5EF4-FFF2-40B4-BE49-F238E27FC236}">
                  <a16:creationId xmlns:a16="http://schemas.microsoft.com/office/drawing/2014/main" id="{B2249FF5-7284-4FD6-9016-1079E35DF959}"/>
                </a:ext>
              </a:extLst>
            </p:cNvPr>
            <p:cNvGrpSpPr/>
            <p:nvPr/>
          </p:nvGrpSpPr>
          <p:grpSpPr>
            <a:xfrm>
              <a:off x="1706880" y="2207623"/>
              <a:ext cx="2307771" cy="278675"/>
              <a:chOff x="1706880" y="1254034"/>
              <a:chExt cx="2307771" cy="278675"/>
            </a:xfrm>
          </p:grpSpPr>
          <p:sp>
            <p:nvSpPr>
              <p:cNvPr id="22" name="楕円 21">
                <a:extLst>
                  <a:ext uri="{FF2B5EF4-FFF2-40B4-BE49-F238E27FC236}">
                    <a16:creationId xmlns:a16="http://schemas.microsoft.com/office/drawing/2014/main" id="{E5605DAB-01AB-48FF-94AB-BC95E5B650FA}"/>
                  </a:ext>
                </a:extLst>
              </p:cNvPr>
              <p:cNvSpPr/>
              <p:nvPr/>
            </p:nvSpPr>
            <p:spPr>
              <a:xfrm>
                <a:off x="1706880" y="1254034"/>
                <a:ext cx="278675" cy="278675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3" name="楕円 22">
                <a:extLst>
                  <a:ext uri="{FF2B5EF4-FFF2-40B4-BE49-F238E27FC236}">
                    <a16:creationId xmlns:a16="http://schemas.microsoft.com/office/drawing/2014/main" id="{8B9F2FDB-9C2C-4F94-AE0E-F40CA4B0CF4B}"/>
                  </a:ext>
                </a:extLst>
              </p:cNvPr>
              <p:cNvSpPr/>
              <p:nvPr/>
            </p:nvSpPr>
            <p:spPr>
              <a:xfrm>
                <a:off x="2721428" y="1254034"/>
                <a:ext cx="278675" cy="278675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4" name="楕円 23">
                <a:extLst>
                  <a:ext uri="{FF2B5EF4-FFF2-40B4-BE49-F238E27FC236}">
                    <a16:creationId xmlns:a16="http://schemas.microsoft.com/office/drawing/2014/main" id="{36FAC5ED-6670-4CF7-9BFC-4319440C276F}"/>
                  </a:ext>
                </a:extLst>
              </p:cNvPr>
              <p:cNvSpPr/>
              <p:nvPr/>
            </p:nvSpPr>
            <p:spPr>
              <a:xfrm>
                <a:off x="3735976" y="1254034"/>
                <a:ext cx="278675" cy="278675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25" name="グループ化 24">
              <a:extLst>
                <a:ext uri="{FF2B5EF4-FFF2-40B4-BE49-F238E27FC236}">
                  <a16:creationId xmlns:a16="http://schemas.microsoft.com/office/drawing/2014/main" id="{6CC17413-C3E6-4831-9E5C-623E20CFFDC6}"/>
                </a:ext>
              </a:extLst>
            </p:cNvPr>
            <p:cNvGrpSpPr/>
            <p:nvPr/>
          </p:nvGrpSpPr>
          <p:grpSpPr>
            <a:xfrm>
              <a:off x="1706880" y="3161212"/>
              <a:ext cx="2307771" cy="278675"/>
              <a:chOff x="1706880" y="1254034"/>
              <a:chExt cx="2307771" cy="278675"/>
            </a:xfrm>
          </p:grpSpPr>
          <p:sp>
            <p:nvSpPr>
              <p:cNvPr id="26" name="楕円 25">
                <a:extLst>
                  <a:ext uri="{FF2B5EF4-FFF2-40B4-BE49-F238E27FC236}">
                    <a16:creationId xmlns:a16="http://schemas.microsoft.com/office/drawing/2014/main" id="{C5CE0404-8512-42F5-8229-E82F02E9C8CF}"/>
                  </a:ext>
                </a:extLst>
              </p:cNvPr>
              <p:cNvSpPr/>
              <p:nvPr/>
            </p:nvSpPr>
            <p:spPr>
              <a:xfrm>
                <a:off x="1706880" y="1254034"/>
                <a:ext cx="278675" cy="278675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7" name="楕円 26">
                <a:extLst>
                  <a:ext uri="{FF2B5EF4-FFF2-40B4-BE49-F238E27FC236}">
                    <a16:creationId xmlns:a16="http://schemas.microsoft.com/office/drawing/2014/main" id="{60472D44-9836-43B8-A92C-C8FE66FA5A27}"/>
                  </a:ext>
                </a:extLst>
              </p:cNvPr>
              <p:cNvSpPr/>
              <p:nvPr/>
            </p:nvSpPr>
            <p:spPr>
              <a:xfrm>
                <a:off x="2721428" y="1254034"/>
                <a:ext cx="278675" cy="278675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8" name="楕円 27">
                <a:extLst>
                  <a:ext uri="{FF2B5EF4-FFF2-40B4-BE49-F238E27FC236}">
                    <a16:creationId xmlns:a16="http://schemas.microsoft.com/office/drawing/2014/main" id="{6392F111-975B-4540-AFD0-225E66F8E20D}"/>
                  </a:ext>
                </a:extLst>
              </p:cNvPr>
              <p:cNvSpPr/>
              <p:nvPr/>
            </p:nvSpPr>
            <p:spPr>
              <a:xfrm>
                <a:off x="3735976" y="1254034"/>
                <a:ext cx="278675" cy="278675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grpSp>
          <p:nvGrpSpPr>
            <p:cNvPr id="31" name="グループ化 30">
              <a:extLst>
                <a:ext uri="{FF2B5EF4-FFF2-40B4-BE49-F238E27FC236}">
                  <a16:creationId xmlns:a16="http://schemas.microsoft.com/office/drawing/2014/main" id="{E075A796-619B-4448-A58E-DB773C7EA41D}"/>
                </a:ext>
              </a:extLst>
            </p:cNvPr>
            <p:cNvGrpSpPr/>
            <p:nvPr/>
          </p:nvGrpSpPr>
          <p:grpSpPr>
            <a:xfrm>
              <a:off x="984182" y="950017"/>
              <a:ext cx="2913520" cy="373686"/>
              <a:chOff x="1280004" y="919536"/>
              <a:chExt cx="2913520" cy="37368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" name="テキスト ボックス 16">
                    <a:extLst>
                      <a:ext uri="{FF2B5EF4-FFF2-40B4-BE49-F238E27FC236}">
                        <a16:creationId xmlns:a16="http://schemas.microsoft.com/office/drawing/2014/main" id="{1E721D3E-07FC-40FD-8180-1CE3AD0747D5}"/>
                      </a:ext>
                    </a:extLst>
                  </p:cNvPr>
                  <p:cNvSpPr txBox="1"/>
                  <p:nvPr/>
                </p:nvSpPr>
                <p:spPr>
                  <a:xfrm>
                    <a:off x="1280004" y="923890"/>
                    <a:ext cx="747320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(0,0)</m:t>
                          </m:r>
                        </m:oMath>
                      </m:oMathPara>
                    </a14:m>
                    <a:endParaRPr kumimoji="1" lang="ja-JP" altLang="en-US" dirty="0"/>
                  </a:p>
                </p:txBody>
              </p:sp>
            </mc:Choice>
            <mc:Fallback xmlns="">
              <p:sp>
                <p:nvSpPr>
                  <p:cNvPr id="17" name="テキスト ボックス 16">
                    <a:extLst>
                      <a:ext uri="{FF2B5EF4-FFF2-40B4-BE49-F238E27FC236}">
                        <a16:creationId xmlns:a16="http://schemas.microsoft.com/office/drawing/2014/main" id="{1E721D3E-07FC-40FD-8180-1CE3AD0747D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80004" y="923890"/>
                    <a:ext cx="747320" cy="369332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b="-13333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テキスト ボックス 28">
                    <a:extLst>
                      <a:ext uri="{FF2B5EF4-FFF2-40B4-BE49-F238E27FC236}">
                        <a16:creationId xmlns:a16="http://schemas.microsoft.com/office/drawing/2014/main" id="{003B9C99-AEE0-45E2-9D9E-DDE7BFDCFA92}"/>
                      </a:ext>
                    </a:extLst>
                  </p:cNvPr>
                  <p:cNvSpPr txBox="1"/>
                  <p:nvPr/>
                </p:nvSpPr>
                <p:spPr>
                  <a:xfrm>
                    <a:off x="2298983" y="919536"/>
                    <a:ext cx="74732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(0,10)</m:t>
                          </m:r>
                        </m:oMath>
                      </m:oMathPara>
                    </a14:m>
                    <a:endParaRPr kumimoji="1" lang="ja-JP" altLang="en-US" dirty="0"/>
                  </a:p>
                </p:txBody>
              </p:sp>
            </mc:Choice>
            <mc:Fallback xmlns="">
              <p:sp>
                <p:nvSpPr>
                  <p:cNvPr id="29" name="テキスト ボックス 28">
                    <a:extLst>
                      <a:ext uri="{FF2B5EF4-FFF2-40B4-BE49-F238E27FC236}">
                        <a16:creationId xmlns:a16="http://schemas.microsoft.com/office/drawing/2014/main" id="{003B9C99-AEE0-45E2-9D9E-DDE7BFDCFA9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298983" y="919536"/>
                    <a:ext cx="747320" cy="36933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2459" r="-11475" b="-13333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テキスト ボックス 29">
                    <a:extLst>
                      <a:ext uri="{FF2B5EF4-FFF2-40B4-BE49-F238E27FC236}">
                        <a16:creationId xmlns:a16="http://schemas.microsoft.com/office/drawing/2014/main" id="{FCB2466C-B9A4-49C5-A061-A9746621A3C3}"/>
                      </a:ext>
                    </a:extLst>
                  </p:cNvPr>
                  <p:cNvSpPr txBox="1"/>
                  <p:nvPr/>
                </p:nvSpPr>
                <p:spPr>
                  <a:xfrm>
                    <a:off x="3317963" y="919536"/>
                    <a:ext cx="87556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(0,20)</m:t>
                          </m:r>
                        </m:oMath>
                      </m:oMathPara>
                    </a14:m>
                    <a:endParaRPr kumimoji="1" lang="ja-JP" altLang="en-US" dirty="0"/>
                  </a:p>
                </p:txBody>
              </p:sp>
            </mc:Choice>
            <mc:Fallback xmlns="">
              <p:sp>
                <p:nvSpPr>
                  <p:cNvPr id="30" name="テキスト ボックス 29">
                    <a:extLst>
                      <a:ext uri="{FF2B5EF4-FFF2-40B4-BE49-F238E27FC236}">
                        <a16:creationId xmlns:a16="http://schemas.microsoft.com/office/drawing/2014/main" id="{FCB2466C-B9A4-49C5-A061-A9746621A3C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17963" y="919536"/>
                    <a:ext cx="875561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b="-13333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2" name="グループ化 31">
              <a:extLst>
                <a:ext uri="{FF2B5EF4-FFF2-40B4-BE49-F238E27FC236}">
                  <a16:creationId xmlns:a16="http://schemas.microsoft.com/office/drawing/2014/main" id="{647F9E3E-CCBE-4D36-BBBA-9DDE0BBD91B8}"/>
                </a:ext>
              </a:extLst>
            </p:cNvPr>
            <p:cNvGrpSpPr/>
            <p:nvPr/>
          </p:nvGrpSpPr>
          <p:grpSpPr>
            <a:xfrm>
              <a:off x="924571" y="1919238"/>
              <a:ext cx="3041760" cy="373686"/>
              <a:chOff x="1280004" y="919536"/>
              <a:chExt cx="3041760" cy="37368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テキスト ボックス 32">
                    <a:extLst>
                      <a:ext uri="{FF2B5EF4-FFF2-40B4-BE49-F238E27FC236}">
                        <a16:creationId xmlns:a16="http://schemas.microsoft.com/office/drawing/2014/main" id="{CD0ED91C-DD61-4D68-BD5F-555659F81800}"/>
                      </a:ext>
                    </a:extLst>
                  </p:cNvPr>
                  <p:cNvSpPr txBox="1"/>
                  <p:nvPr/>
                </p:nvSpPr>
                <p:spPr>
                  <a:xfrm>
                    <a:off x="1280004" y="923890"/>
                    <a:ext cx="87556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(10,0)</m:t>
                          </m:r>
                        </m:oMath>
                      </m:oMathPara>
                    </a14:m>
                    <a:endParaRPr kumimoji="1" lang="ja-JP" altLang="en-US" dirty="0"/>
                  </a:p>
                </p:txBody>
              </p:sp>
            </mc:Choice>
            <mc:Fallback xmlns="">
              <p:sp>
                <p:nvSpPr>
                  <p:cNvPr id="33" name="テキスト ボックス 32">
                    <a:extLst>
                      <a:ext uri="{FF2B5EF4-FFF2-40B4-BE49-F238E27FC236}">
                        <a16:creationId xmlns:a16="http://schemas.microsoft.com/office/drawing/2014/main" id="{CD0ED91C-DD61-4D68-BD5F-555659F8180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80004" y="923890"/>
                    <a:ext cx="875561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b="-13333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テキスト ボックス 33">
                    <a:extLst>
                      <a:ext uri="{FF2B5EF4-FFF2-40B4-BE49-F238E27FC236}">
                        <a16:creationId xmlns:a16="http://schemas.microsoft.com/office/drawing/2014/main" id="{21A3DAD4-09C2-4FFC-A8A0-2D622BEFB99C}"/>
                      </a:ext>
                    </a:extLst>
                  </p:cNvPr>
                  <p:cNvSpPr txBox="1"/>
                  <p:nvPr/>
                </p:nvSpPr>
                <p:spPr>
                  <a:xfrm>
                    <a:off x="2298983" y="919536"/>
                    <a:ext cx="74732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(10,10)</m:t>
                          </m:r>
                        </m:oMath>
                      </m:oMathPara>
                    </a14:m>
                    <a:endParaRPr kumimoji="1" lang="ja-JP" altLang="en-US" dirty="0"/>
                  </a:p>
                </p:txBody>
              </p:sp>
            </mc:Choice>
            <mc:Fallback xmlns="">
              <p:sp>
                <p:nvSpPr>
                  <p:cNvPr id="34" name="テキスト ボックス 33">
                    <a:extLst>
                      <a:ext uri="{FF2B5EF4-FFF2-40B4-BE49-F238E27FC236}">
                        <a16:creationId xmlns:a16="http://schemas.microsoft.com/office/drawing/2014/main" id="{21A3DAD4-09C2-4FFC-A8A0-2D622BEFB99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298983" y="919536"/>
                    <a:ext cx="747320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2459" r="-27869" b="-13333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" name="テキスト ボックス 34">
                    <a:extLst>
                      <a:ext uri="{FF2B5EF4-FFF2-40B4-BE49-F238E27FC236}">
                        <a16:creationId xmlns:a16="http://schemas.microsoft.com/office/drawing/2014/main" id="{F0A1110E-2967-4851-AF27-7A4B71A77BDC}"/>
                      </a:ext>
                    </a:extLst>
                  </p:cNvPr>
                  <p:cNvSpPr txBox="1"/>
                  <p:nvPr/>
                </p:nvSpPr>
                <p:spPr>
                  <a:xfrm>
                    <a:off x="3317963" y="919536"/>
                    <a:ext cx="100380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(10,20)</m:t>
                          </m:r>
                        </m:oMath>
                      </m:oMathPara>
                    </a14:m>
                    <a:endParaRPr kumimoji="1" lang="ja-JP" altLang="en-US" dirty="0"/>
                  </a:p>
                </p:txBody>
              </p:sp>
            </mc:Choice>
            <mc:Fallback xmlns="">
              <p:sp>
                <p:nvSpPr>
                  <p:cNvPr id="35" name="テキスト ボックス 34">
                    <a:extLst>
                      <a:ext uri="{FF2B5EF4-FFF2-40B4-BE49-F238E27FC236}">
                        <a16:creationId xmlns:a16="http://schemas.microsoft.com/office/drawing/2014/main" id="{F0A1110E-2967-4851-AF27-7A4B71A77BD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17963" y="919536"/>
                    <a:ext cx="1003801" cy="36933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b="-13333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6" name="グループ化 35">
              <a:extLst>
                <a:ext uri="{FF2B5EF4-FFF2-40B4-BE49-F238E27FC236}">
                  <a16:creationId xmlns:a16="http://schemas.microsoft.com/office/drawing/2014/main" id="{F375AF02-448E-4C8C-950C-0DD8988D99E3}"/>
                </a:ext>
              </a:extLst>
            </p:cNvPr>
            <p:cNvGrpSpPr/>
            <p:nvPr/>
          </p:nvGrpSpPr>
          <p:grpSpPr>
            <a:xfrm>
              <a:off x="955474" y="2835032"/>
              <a:ext cx="3041760" cy="373686"/>
              <a:chOff x="1280004" y="919536"/>
              <a:chExt cx="3041760" cy="373686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7" name="テキスト ボックス 36">
                    <a:extLst>
                      <a:ext uri="{FF2B5EF4-FFF2-40B4-BE49-F238E27FC236}">
                        <a16:creationId xmlns:a16="http://schemas.microsoft.com/office/drawing/2014/main" id="{50623F74-B7D5-407F-87AB-71D76738E2DB}"/>
                      </a:ext>
                    </a:extLst>
                  </p:cNvPr>
                  <p:cNvSpPr txBox="1"/>
                  <p:nvPr/>
                </p:nvSpPr>
                <p:spPr>
                  <a:xfrm>
                    <a:off x="1280004" y="923890"/>
                    <a:ext cx="87556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(20,0)</m:t>
                          </m:r>
                        </m:oMath>
                      </m:oMathPara>
                    </a14:m>
                    <a:endParaRPr kumimoji="1" lang="ja-JP" altLang="en-US" dirty="0"/>
                  </a:p>
                </p:txBody>
              </p:sp>
            </mc:Choice>
            <mc:Fallback xmlns="">
              <p:sp>
                <p:nvSpPr>
                  <p:cNvPr id="37" name="テキスト ボックス 36">
                    <a:extLst>
                      <a:ext uri="{FF2B5EF4-FFF2-40B4-BE49-F238E27FC236}">
                        <a16:creationId xmlns:a16="http://schemas.microsoft.com/office/drawing/2014/main" id="{50623F74-B7D5-407F-87AB-71D76738E2D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80004" y="923890"/>
                    <a:ext cx="875561" cy="36933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b="-13333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8" name="テキスト ボックス 37">
                    <a:extLst>
                      <a:ext uri="{FF2B5EF4-FFF2-40B4-BE49-F238E27FC236}">
                        <a16:creationId xmlns:a16="http://schemas.microsoft.com/office/drawing/2014/main" id="{9C32AC4A-335E-4715-90CE-B22CBC09858C}"/>
                      </a:ext>
                    </a:extLst>
                  </p:cNvPr>
                  <p:cNvSpPr txBox="1"/>
                  <p:nvPr/>
                </p:nvSpPr>
                <p:spPr>
                  <a:xfrm>
                    <a:off x="2298983" y="919536"/>
                    <a:ext cx="747320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(20,10)</m:t>
                          </m:r>
                        </m:oMath>
                      </m:oMathPara>
                    </a14:m>
                    <a:endParaRPr kumimoji="1" lang="ja-JP" altLang="en-US" dirty="0"/>
                  </a:p>
                </p:txBody>
              </p:sp>
            </mc:Choice>
            <mc:Fallback xmlns="">
              <p:sp>
                <p:nvSpPr>
                  <p:cNvPr id="38" name="テキスト ボックス 37">
                    <a:extLst>
                      <a:ext uri="{FF2B5EF4-FFF2-40B4-BE49-F238E27FC236}">
                        <a16:creationId xmlns:a16="http://schemas.microsoft.com/office/drawing/2014/main" id="{9C32AC4A-335E-4715-90CE-B22CBC09858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298983" y="919536"/>
                    <a:ext cx="747320" cy="369332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2459" r="-27869" b="-13115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9" name="テキスト ボックス 38">
                    <a:extLst>
                      <a:ext uri="{FF2B5EF4-FFF2-40B4-BE49-F238E27FC236}">
                        <a16:creationId xmlns:a16="http://schemas.microsoft.com/office/drawing/2014/main" id="{B6F16E49-AC85-4F43-A658-B5F20FAD2BB6}"/>
                      </a:ext>
                    </a:extLst>
                  </p:cNvPr>
                  <p:cNvSpPr txBox="1"/>
                  <p:nvPr/>
                </p:nvSpPr>
                <p:spPr>
                  <a:xfrm>
                    <a:off x="3317963" y="919536"/>
                    <a:ext cx="100380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(20,20)</m:t>
                          </m:r>
                        </m:oMath>
                      </m:oMathPara>
                    </a14:m>
                    <a:endParaRPr kumimoji="1" lang="ja-JP" altLang="en-US" dirty="0"/>
                  </a:p>
                </p:txBody>
              </p:sp>
            </mc:Choice>
            <mc:Fallback xmlns="">
              <p:sp>
                <p:nvSpPr>
                  <p:cNvPr id="39" name="テキスト ボックス 38">
                    <a:extLst>
                      <a:ext uri="{FF2B5EF4-FFF2-40B4-BE49-F238E27FC236}">
                        <a16:creationId xmlns:a16="http://schemas.microsoft.com/office/drawing/2014/main" id="{B6F16E49-AC85-4F43-A658-B5F20FAD2BB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17963" y="919536"/>
                    <a:ext cx="1003801" cy="369332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b="-13115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41" name="直線矢印コネクタ 40">
              <a:extLst>
                <a:ext uri="{FF2B5EF4-FFF2-40B4-BE49-F238E27FC236}">
                  <a16:creationId xmlns:a16="http://schemas.microsoft.com/office/drawing/2014/main" id="{5FA559B0-254B-4363-9DEF-939D79D8CCA5}"/>
                </a:ext>
              </a:extLst>
            </p:cNvPr>
            <p:cNvCxnSpPr>
              <a:stCxn id="4" idx="6"/>
              <a:endCxn id="18" idx="2"/>
            </p:cNvCxnSpPr>
            <p:nvPr/>
          </p:nvCxnSpPr>
          <p:spPr>
            <a:xfrm>
              <a:off x="1985555" y="1393372"/>
              <a:ext cx="735873" cy="0"/>
            </a:xfrm>
            <a:prstGeom prst="straightConnector1">
              <a:avLst/>
            </a:prstGeom>
            <a:ln w="19050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線矢印コネクタ 41">
              <a:extLst>
                <a:ext uri="{FF2B5EF4-FFF2-40B4-BE49-F238E27FC236}">
                  <a16:creationId xmlns:a16="http://schemas.microsoft.com/office/drawing/2014/main" id="{B5F42B31-812D-4201-A831-C1A08318862D}"/>
                </a:ext>
              </a:extLst>
            </p:cNvPr>
            <p:cNvCxnSpPr>
              <a:cxnSpLocks/>
              <a:stCxn id="18" idx="6"/>
              <a:endCxn id="19" idx="2"/>
            </p:cNvCxnSpPr>
            <p:nvPr/>
          </p:nvCxnSpPr>
          <p:spPr>
            <a:xfrm>
              <a:off x="3000103" y="1393372"/>
              <a:ext cx="735873" cy="0"/>
            </a:xfrm>
            <a:prstGeom prst="straightConnector1">
              <a:avLst/>
            </a:prstGeom>
            <a:ln w="19050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線矢印コネクタ 44">
              <a:extLst>
                <a:ext uri="{FF2B5EF4-FFF2-40B4-BE49-F238E27FC236}">
                  <a16:creationId xmlns:a16="http://schemas.microsoft.com/office/drawing/2014/main" id="{D805CF5F-3CAF-4D62-A573-9FE2896E2317}"/>
                </a:ext>
              </a:extLst>
            </p:cNvPr>
            <p:cNvCxnSpPr>
              <a:cxnSpLocks/>
              <a:stCxn id="19" idx="4"/>
            </p:cNvCxnSpPr>
            <p:nvPr/>
          </p:nvCxnSpPr>
          <p:spPr>
            <a:xfrm>
              <a:off x="3875314" y="1532709"/>
              <a:ext cx="0" cy="674914"/>
            </a:xfrm>
            <a:prstGeom prst="straightConnector1">
              <a:avLst/>
            </a:prstGeom>
            <a:ln w="19050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線矢印コネクタ 53">
              <a:extLst>
                <a:ext uri="{FF2B5EF4-FFF2-40B4-BE49-F238E27FC236}">
                  <a16:creationId xmlns:a16="http://schemas.microsoft.com/office/drawing/2014/main" id="{F1D9C672-A13B-48D2-BB7B-FFA6EB696702}"/>
                </a:ext>
              </a:extLst>
            </p:cNvPr>
            <p:cNvCxnSpPr>
              <a:cxnSpLocks/>
              <a:stCxn id="24" idx="4"/>
            </p:cNvCxnSpPr>
            <p:nvPr/>
          </p:nvCxnSpPr>
          <p:spPr>
            <a:xfrm flipH="1">
              <a:off x="3875313" y="2486298"/>
              <a:ext cx="1" cy="689204"/>
            </a:xfrm>
            <a:prstGeom prst="straightConnector1">
              <a:avLst/>
            </a:prstGeom>
            <a:ln w="19050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線矢印コネクタ 56">
              <a:extLst>
                <a:ext uri="{FF2B5EF4-FFF2-40B4-BE49-F238E27FC236}">
                  <a16:creationId xmlns:a16="http://schemas.microsoft.com/office/drawing/2014/main" id="{41BF49C8-6EEB-4DC2-9D18-DFC9E23B9228}"/>
                </a:ext>
              </a:extLst>
            </p:cNvPr>
            <p:cNvCxnSpPr>
              <a:cxnSpLocks/>
              <a:stCxn id="28" idx="2"/>
              <a:endCxn id="27" idx="6"/>
            </p:cNvCxnSpPr>
            <p:nvPr/>
          </p:nvCxnSpPr>
          <p:spPr>
            <a:xfrm flipH="1">
              <a:off x="3000103" y="3300550"/>
              <a:ext cx="735873" cy="0"/>
            </a:xfrm>
            <a:prstGeom prst="straightConnector1">
              <a:avLst/>
            </a:prstGeom>
            <a:ln w="19050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線矢印コネクタ 59">
              <a:extLst>
                <a:ext uri="{FF2B5EF4-FFF2-40B4-BE49-F238E27FC236}">
                  <a16:creationId xmlns:a16="http://schemas.microsoft.com/office/drawing/2014/main" id="{48567B7A-D359-4540-B6D2-50E27F0BAA3A}"/>
                </a:ext>
              </a:extLst>
            </p:cNvPr>
            <p:cNvCxnSpPr>
              <a:cxnSpLocks/>
              <a:endCxn id="23" idx="4"/>
            </p:cNvCxnSpPr>
            <p:nvPr/>
          </p:nvCxnSpPr>
          <p:spPr>
            <a:xfrm flipV="1">
              <a:off x="2860766" y="2486298"/>
              <a:ext cx="0" cy="674914"/>
            </a:xfrm>
            <a:prstGeom prst="straightConnector1">
              <a:avLst/>
            </a:prstGeom>
            <a:ln w="19050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線矢印コネクタ 65">
              <a:extLst>
                <a:ext uri="{FF2B5EF4-FFF2-40B4-BE49-F238E27FC236}">
                  <a16:creationId xmlns:a16="http://schemas.microsoft.com/office/drawing/2014/main" id="{86A3680D-E0BC-477D-8FDC-C61E3158A9C7}"/>
                </a:ext>
              </a:extLst>
            </p:cNvPr>
            <p:cNvCxnSpPr>
              <a:cxnSpLocks/>
              <a:stCxn id="23" idx="3"/>
              <a:endCxn id="26" idx="7"/>
            </p:cNvCxnSpPr>
            <p:nvPr/>
          </p:nvCxnSpPr>
          <p:spPr>
            <a:xfrm flipH="1">
              <a:off x="1944744" y="2445487"/>
              <a:ext cx="817495" cy="756536"/>
            </a:xfrm>
            <a:prstGeom prst="straightConnector1">
              <a:avLst/>
            </a:prstGeom>
            <a:ln w="19050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直線矢印コネクタ 68">
              <a:extLst>
                <a:ext uri="{FF2B5EF4-FFF2-40B4-BE49-F238E27FC236}">
                  <a16:creationId xmlns:a16="http://schemas.microsoft.com/office/drawing/2014/main" id="{6B30B241-C6F9-4990-B088-01CD7A82EABB}"/>
                </a:ext>
              </a:extLst>
            </p:cNvPr>
            <p:cNvCxnSpPr>
              <a:cxnSpLocks/>
              <a:endCxn id="4" idx="4"/>
            </p:cNvCxnSpPr>
            <p:nvPr/>
          </p:nvCxnSpPr>
          <p:spPr>
            <a:xfrm flipV="1">
              <a:off x="1846218" y="1532709"/>
              <a:ext cx="0" cy="674914"/>
            </a:xfrm>
            <a:prstGeom prst="straightConnector1">
              <a:avLst/>
            </a:prstGeom>
            <a:ln w="19050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線矢印コネクタ 71">
              <a:extLst>
                <a:ext uri="{FF2B5EF4-FFF2-40B4-BE49-F238E27FC236}">
                  <a16:creationId xmlns:a16="http://schemas.microsoft.com/office/drawing/2014/main" id="{D53E8B7B-9583-44D6-AE72-70B5181140F6}"/>
                </a:ext>
              </a:extLst>
            </p:cNvPr>
            <p:cNvCxnSpPr>
              <a:cxnSpLocks/>
              <a:stCxn id="26" idx="0"/>
              <a:endCxn id="22" idx="4"/>
            </p:cNvCxnSpPr>
            <p:nvPr/>
          </p:nvCxnSpPr>
          <p:spPr>
            <a:xfrm flipV="1">
              <a:off x="1846218" y="2486298"/>
              <a:ext cx="0" cy="674914"/>
            </a:xfrm>
            <a:prstGeom prst="straightConnector1">
              <a:avLst/>
            </a:prstGeom>
            <a:ln w="19050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286224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グループ化 95">
            <a:extLst>
              <a:ext uri="{FF2B5EF4-FFF2-40B4-BE49-F238E27FC236}">
                <a16:creationId xmlns:a16="http://schemas.microsoft.com/office/drawing/2014/main" id="{F6355958-D621-4BFA-80A3-BCB0228B76A4}"/>
              </a:ext>
            </a:extLst>
          </p:cNvPr>
          <p:cNvGrpSpPr/>
          <p:nvPr/>
        </p:nvGrpSpPr>
        <p:grpSpPr>
          <a:xfrm>
            <a:off x="4216574" y="930675"/>
            <a:ext cx="4409639" cy="1735065"/>
            <a:chOff x="4216574" y="930675"/>
            <a:chExt cx="4409639" cy="1735065"/>
          </a:xfrm>
        </p:grpSpPr>
        <p:grpSp>
          <p:nvGrpSpPr>
            <p:cNvPr id="17" name="グループ化 16">
              <a:extLst>
                <a:ext uri="{FF2B5EF4-FFF2-40B4-BE49-F238E27FC236}">
                  <a16:creationId xmlns:a16="http://schemas.microsoft.com/office/drawing/2014/main" id="{213F6164-36D7-4A09-AABD-2AB64711C9DF}"/>
                </a:ext>
              </a:extLst>
            </p:cNvPr>
            <p:cNvGrpSpPr/>
            <p:nvPr/>
          </p:nvGrpSpPr>
          <p:grpSpPr>
            <a:xfrm>
              <a:off x="4605867" y="1241778"/>
              <a:ext cx="3568734" cy="1151465"/>
              <a:chOff x="4605867" y="1241778"/>
              <a:chExt cx="3568734" cy="1151465"/>
            </a:xfrm>
          </p:grpSpPr>
          <p:sp>
            <p:nvSpPr>
              <p:cNvPr id="4" name="正方形/長方形 3">
                <a:extLst>
                  <a:ext uri="{FF2B5EF4-FFF2-40B4-BE49-F238E27FC236}">
                    <a16:creationId xmlns:a16="http://schemas.microsoft.com/office/drawing/2014/main" id="{9124E949-7670-40F9-B998-9712AE27DBCB}"/>
                  </a:ext>
                </a:extLst>
              </p:cNvPr>
              <p:cNvSpPr/>
              <p:nvPr/>
            </p:nvSpPr>
            <p:spPr>
              <a:xfrm>
                <a:off x="4605867" y="1490133"/>
                <a:ext cx="654755" cy="65475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6" name="直線コネクタ 5">
                <a:extLst>
                  <a:ext uri="{FF2B5EF4-FFF2-40B4-BE49-F238E27FC236}">
                    <a16:creationId xmlns:a16="http://schemas.microsoft.com/office/drawing/2014/main" id="{9ED8BF56-FEB2-42F8-A1B1-99F670C8B05D}"/>
                  </a:ext>
                </a:extLst>
              </p:cNvPr>
              <p:cNvCxnSpPr/>
              <p:nvPr/>
            </p:nvCxnSpPr>
            <p:spPr>
              <a:xfrm flipV="1">
                <a:off x="4797777" y="1241778"/>
                <a:ext cx="0" cy="24835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直線コネクタ 6">
                <a:extLst>
                  <a:ext uri="{FF2B5EF4-FFF2-40B4-BE49-F238E27FC236}">
                    <a16:creationId xmlns:a16="http://schemas.microsoft.com/office/drawing/2014/main" id="{E4428747-68B6-4AE4-A579-77902EB6B775}"/>
                  </a:ext>
                </a:extLst>
              </p:cNvPr>
              <p:cNvCxnSpPr/>
              <p:nvPr/>
            </p:nvCxnSpPr>
            <p:spPr>
              <a:xfrm flipV="1">
                <a:off x="5130799" y="1241778"/>
                <a:ext cx="0" cy="24835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8" name="テキスト ボックス 7">
                    <a:extLst>
                      <a:ext uri="{FF2B5EF4-FFF2-40B4-BE49-F238E27FC236}">
                        <a16:creationId xmlns:a16="http://schemas.microsoft.com/office/drawing/2014/main" id="{36F3A831-DF11-4939-B265-A5E05CEF0ACF}"/>
                      </a:ext>
                    </a:extLst>
                  </p:cNvPr>
                  <p:cNvSpPr txBox="1"/>
                  <p:nvPr/>
                </p:nvSpPr>
                <p:spPr>
                  <a:xfrm>
                    <a:off x="4697974" y="1461489"/>
                    <a:ext cx="199606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oMath>
                      </m:oMathPara>
                    </a14:m>
                    <a:endParaRPr kumimoji="1" lang="ja-JP" altLang="en-US" dirty="0"/>
                  </a:p>
                </p:txBody>
              </p:sp>
            </mc:Choice>
            <mc:Fallback>
              <p:sp>
                <p:nvSpPr>
                  <p:cNvPr id="8" name="テキスト ボックス 7">
                    <a:extLst>
                      <a:ext uri="{FF2B5EF4-FFF2-40B4-BE49-F238E27FC236}">
                        <a16:creationId xmlns:a16="http://schemas.microsoft.com/office/drawing/2014/main" id="{36F3A831-DF11-4939-B265-A5E05CEF0AC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97974" y="1461489"/>
                    <a:ext cx="199606" cy="276999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l="-15625" r="-12500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9" name="テキスト ボックス 8">
                    <a:extLst>
                      <a:ext uri="{FF2B5EF4-FFF2-40B4-BE49-F238E27FC236}">
                        <a16:creationId xmlns:a16="http://schemas.microsoft.com/office/drawing/2014/main" id="{FED35136-68C1-429D-B29A-C4595B04671E}"/>
                      </a:ext>
                    </a:extLst>
                  </p:cNvPr>
                  <p:cNvSpPr txBox="1"/>
                  <p:nvPr/>
                </p:nvSpPr>
                <p:spPr>
                  <a:xfrm>
                    <a:off x="5030996" y="1461488"/>
                    <a:ext cx="199606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oMath>
                      </m:oMathPara>
                    </a14:m>
                    <a:endParaRPr kumimoji="1" lang="ja-JP" altLang="en-US" dirty="0"/>
                  </a:p>
                </p:txBody>
              </p:sp>
            </mc:Choice>
            <mc:Fallback>
              <p:sp>
                <p:nvSpPr>
                  <p:cNvPr id="9" name="テキスト ボックス 8">
                    <a:extLst>
                      <a:ext uri="{FF2B5EF4-FFF2-40B4-BE49-F238E27FC236}">
                        <a16:creationId xmlns:a16="http://schemas.microsoft.com/office/drawing/2014/main" id="{FED35136-68C1-429D-B29A-C4595B04671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30996" y="1461488"/>
                    <a:ext cx="199606" cy="276999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24242" r="-21212" b="-8889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0" name="テキスト ボックス 9">
                    <a:extLst>
                      <a:ext uri="{FF2B5EF4-FFF2-40B4-BE49-F238E27FC236}">
                        <a16:creationId xmlns:a16="http://schemas.microsoft.com/office/drawing/2014/main" id="{0D41143C-4AAE-4351-93DA-0CE96A9D06CF}"/>
                      </a:ext>
                    </a:extLst>
                  </p:cNvPr>
                  <p:cNvSpPr txBox="1"/>
                  <p:nvPr/>
                </p:nvSpPr>
                <p:spPr>
                  <a:xfrm>
                    <a:off x="4831602" y="1904577"/>
                    <a:ext cx="177869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oMath>
                      </m:oMathPara>
                    </a14:m>
                    <a:endParaRPr kumimoji="1" lang="ja-JP" altLang="en-US" dirty="0"/>
                  </a:p>
                </p:txBody>
              </p:sp>
            </mc:Choice>
            <mc:Fallback>
              <p:sp>
                <p:nvSpPr>
                  <p:cNvPr id="10" name="テキスト ボックス 9">
                    <a:extLst>
                      <a:ext uri="{FF2B5EF4-FFF2-40B4-BE49-F238E27FC236}">
                        <a16:creationId xmlns:a16="http://schemas.microsoft.com/office/drawing/2014/main" id="{0D41143C-4AAE-4351-93DA-0CE96A9D06C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831602" y="1904577"/>
                    <a:ext cx="177869" cy="276999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17241" r="-13793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13" name="直線コネクタ 12">
                <a:extLst>
                  <a:ext uri="{FF2B5EF4-FFF2-40B4-BE49-F238E27FC236}">
                    <a16:creationId xmlns:a16="http://schemas.microsoft.com/office/drawing/2014/main" id="{87F0D9C1-8826-46C4-8E39-039BBB4DF61B}"/>
                  </a:ext>
                </a:extLst>
              </p:cNvPr>
              <p:cNvCxnSpPr/>
              <p:nvPr/>
            </p:nvCxnSpPr>
            <p:spPr>
              <a:xfrm flipV="1">
                <a:off x="4921953" y="2144888"/>
                <a:ext cx="0" cy="24835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6" name="テキスト ボックス 15">
                    <a:extLst>
                      <a:ext uri="{FF2B5EF4-FFF2-40B4-BE49-F238E27FC236}">
                        <a16:creationId xmlns:a16="http://schemas.microsoft.com/office/drawing/2014/main" id="{1D629205-D4AF-4224-A082-BAC0C51F490B}"/>
                      </a:ext>
                    </a:extLst>
                  </p:cNvPr>
                  <p:cNvSpPr txBox="1"/>
                  <p:nvPr/>
                </p:nvSpPr>
                <p:spPr>
                  <a:xfrm>
                    <a:off x="4615857" y="1676824"/>
                    <a:ext cx="194220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oMath>
                      </m:oMathPara>
                    </a14:m>
                    <a:endParaRPr kumimoji="1" lang="ja-JP" altLang="en-US" dirty="0"/>
                  </a:p>
                </p:txBody>
              </p:sp>
            </mc:Choice>
            <mc:Fallback>
              <p:sp>
                <p:nvSpPr>
                  <p:cNvPr id="16" name="テキスト ボックス 15">
                    <a:extLst>
                      <a:ext uri="{FF2B5EF4-FFF2-40B4-BE49-F238E27FC236}">
                        <a16:creationId xmlns:a16="http://schemas.microsoft.com/office/drawing/2014/main" id="{1D629205-D4AF-4224-A082-BAC0C51F490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15857" y="1676824"/>
                    <a:ext cx="194220" cy="276999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15625" r="-9375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97" name="テキスト ボックス 96">
                    <a:extLst>
                      <a:ext uri="{FF2B5EF4-FFF2-40B4-BE49-F238E27FC236}">
                        <a16:creationId xmlns:a16="http://schemas.microsoft.com/office/drawing/2014/main" id="{601C1E95-5641-4709-8E76-4BF03066FE28}"/>
                      </a:ext>
                    </a:extLst>
                  </p:cNvPr>
                  <p:cNvSpPr txBox="1"/>
                  <p:nvPr/>
                </p:nvSpPr>
                <p:spPr>
                  <a:xfrm>
                    <a:off x="5047030" y="1683667"/>
                    <a:ext cx="146770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oMath>
                      </m:oMathPara>
                    </a14:m>
                    <a:endParaRPr kumimoji="1" lang="ja-JP" altLang="en-US" dirty="0"/>
                  </a:p>
                </p:txBody>
              </p:sp>
            </mc:Choice>
            <mc:Fallback>
              <p:sp>
                <p:nvSpPr>
                  <p:cNvPr id="97" name="テキスト ボックス 96">
                    <a:extLst>
                      <a:ext uri="{FF2B5EF4-FFF2-40B4-BE49-F238E27FC236}">
                        <a16:creationId xmlns:a16="http://schemas.microsoft.com/office/drawing/2014/main" id="{601C1E95-5641-4709-8E76-4BF03066FE2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47030" y="1683667"/>
                    <a:ext cx="146770" cy="27699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37500" r="-29167" b="-6522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98" name="テキスト ボックス 97">
                    <a:extLst>
                      <a:ext uri="{FF2B5EF4-FFF2-40B4-BE49-F238E27FC236}">
                        <a16:creationId xmlns:a16="http://schemas.microsoft.com/office/drawing/2014/main" id="{45A793B1-5451-436D-A1EC-CCC5E1FB5FAC}"/>
                      </a:ext>
                    </a:extLst>
                  </p:cNvPr>
                  <p:cNvSpPr txBox="1"/>
                  <p:nvPr/>
                </p:nvSpPr>
                <p:spPr>
                  <a:xfrm>
                    <a:off x="5821110" y="1890273"/>
                    <a:ext cx="177869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oMath>
                      </m:oMathPara>
                    </a14:m>
                    <a:endParaRPr kumimoji="1" lang="ja-JP" altLang="en-US" dirty="0"/>
                  </a:p>
                </p:txBody>
              </p:sp>
            </mc:Choice>
            <mc:Fallback>
              <p:sp>
                <p:nvSpPr>
                  <p:cNvPr id="98" name="テキスト ボックス 97">
                    <a:extLst>
                      <a:ext uri="{FF2B5EF4-FFF2-40B4-BE49-F238E27FC236}">
                        <a16:creationId xmlns:a16="http://schemas.microsoft.com/office/drawing/2014/main" id="{45A793B1-5451-436D-A1EC-CCC5E1FB5FA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821110" y="1890273"/>
                    <a:ext cx="177869" cy="276999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17241" r="-13793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99" name="テキスト ボックス 98">
                    <a:extLst>
                      <a:ext uri="{FF2B5EF4-FFF2-40B4-BE49-F238E27FC236}">
                        <a16:creationId xmlns:a16="http://schemas.microsoft.com/office/drawing/2014/main" id="{E6571EA1-39B7-4427-BD1F-D4D3902C6C16}"/>
                      </a:ext>
                    </a:extLst>
                  </p:cNvPr>
                  <p:cNvSpPr txBox="1"/>
                  <p:nvPr/>
                </p:nvSpPr>
                <p:spPr>
                  <a:xfrm>
                    <a:off x="5605365" y="1662520"/>
                    <a:ext cx="194220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oMath>
                      </m:oMathPara>
                    </a14:m>
                    <a:endParaRPr kumimoji="1" lang="ja-JP" altLang="en-US" dirty="0"/>
                  </a:p>
                </p:txBody>
              </p:sp>
            </mc:Choice>
            <mc:Fallback>
              <p:sp>
                <p:nvSpPr>
                  <p:cNvPr id="99" name="テキスト ボックス 98">
                    <a:extLst>
                      <a:ext uri="{FF2B5EF4-FFF2-40B4-BE49-F238E27FC236}">
                        <a16:creationId xmlns:a16="http://schemas.microsoft.com/office/drawing/2014/main" id="{E6571EA1-39B7-4427-BD1F-D4D3902C6C1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05365" y="1662520"/>
                    <a:ext cx="194220" cy="276999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16129" r="-12903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00" name="テキスト ボックス 99">
                    <a:extLst>
                      <a:ext uri="{FF2B5EF4-FFF2-40B4-BE49-F238E27FC236}">
                        <a16:creationId xmlns:a16="http://schemas.microsoft.com/office/drawing/2014/main" id="{5C794254-1540-423B-8BBE-9C6B15C79796}"/>
                      </a:ext>
                    </a:extLst>
                  </p:cNvPr>
                  <p:cNvSpPr txBox="1"/>
                  <p:nvPr/>
                </p:nvSpPr>
                <p:spPr>
                  <a:xfrm>
                    <a:off x="6036538" y="1669363"/>
                    <a:ext cx="146770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oMath>
                      </m:oMathPara>
                    </a14:m>
                    <a:endParaRPr kumimoji="1" lang="ja-JP" altLang="en-US" dirty="0"/>
                  </a:p>
                </p:txBody>
              </p:sp>
            </mc:Choice>
            <mc:Fallback>
              <p:sp>
                <p:nvSpPr>
                  <p:cNvPr id="100" name="テキスト ボックス 99">
                    <a:extLst>
                      <a:ext uri="{FF2B5EF4-FFF2-40B4-BE49-F238E27FC236}">
                        <a16:creationId xmlns:a16="http://schemas.microsoft.com/office/drawing/2014/main" id="{5C794254-1540-423B-8BBE-9C6B15C7979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036538" y="1669363"/>
                    <a:ext cx="146770" cy="276999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37500" r="-29167" b="-8889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01" name="テキスト ボックス 100">
                    <a:extLst>
                      <a:ext uri="{FF2B5EF4-FFF2-40B4-BE49-F238E27FC236}">
                        <a16:creationId xmlns:a16="http://schemas.microsoft.com/office/drawing/2014/main" id="{391E2766-3FD9-4E55-9E78-CC4A11856FF3}"/>
                      </a:ext>
                    </a:extLst>
                  </p:cNvPr>
                  <p:cNvSpPr txBox="1"/>
                  <p:nvPr/>
                </p:nvSpPr>
                <p:spPr>
                  <a:xfrm>
                    <a:off x="6810618" y="1875969"/>
                    <a:ext cx="177869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oMath>
                      </m:oMathPara>
                    </a14:m>
                    <a:endParaRPr kumimoji="1" lang="ja-JP" altLang="en-US" dirty="0"/>
                  </a:p>
                </p:txBody>
              </p:sp>
            </mc:Choice>
            <mc:Fallback>
              <p:sp>
                <p:nvSpPr>
                  <p:cNvPr id="101" name="テキスト ボックス 100">
                    <a:extLst>
                      <a:ext uri="{FF2B5EF4-FFF2-40B4-BE49-F238E27FC236}">
                        <a16:creationId xmlns:a16="http://schemas.microsoft.com/office/drawing/2014/main" id="{391E2766-3FD9-4E55-9E78-CC4A11856FF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810618" y="1875969"/>
                    <a:ext cx="177869" cy="276999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17241" r="-13793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02" name="テキスト ボックス 101">
                    <a:extLst>
                      <a:ext uri="{FF2B5EF4-FFF2-40B4-BE49-F238E27FC236}">
                        <a16:creationId xmlns:a16="http://schemas.microsoft.com/office/drawing/2014/main" id="{4D63F693-6046-42F6-A192-87465BAB72A5}"/>
                      </a:ext>
                    </a:extLst>
                  </p:cNvPr>
                  <p:cNvSpPr txBox="1"/>
                  <p:nvPr/>
                </p:nvSpPr>
                <p:spPr>
                  <a:xfrm>
                    <a:off x="6594873" y="1648216"/>
                    <a:ext cx="194220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oMath>
                      </m:oMathPara>
                    </a14:m>
                    <a:endParaRPr kumimoji="1" lang="ja-JP" altLang="en-US" dirty="0"/>
                  </a:p>
                </p:txBody>
              </p:sp>
            </mc:Choice>
            <mc:Fallback>
              <p:sp>
                <p:nvSpPr>
                  <p:cNvPr id="102" name="テキスト ボックス 101">
                    <a:extLst>
                      <a:ext uri="{FF2B5EF4-FFF2-40B4-BE49-F238E27FC236}">
                        <a16:creationId xmlns:a16="http://schemas.microsoft.com/office/drawing/2014/main" id="{4D63F693-6046-42F6-A192-87465BAB72A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594873" y="1648216"/>
                    <a:ext cx="194220" cy="276999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15625" r="-9375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03" name="テキスト ボックス 102">
                    <a:extLst>
                      <a:ext uri="{FF2B5EF4-FFF2-40B4-BE49-F238E27FC236}">
                        <a16:creationId xmlns:a16="http://schemas.microsoft.com/office/drawing/2014/main" id="{0647B45C-6064-4697-8F8F-3B19DE1B4F74}"/>
                      </a:ext>
                    </a:extLst>
                  </p:cNvPr>
                  <p:cNvSpPr txBox="1"/>
                  <p:nvPr/>
                </p:nvSpPr>
                <p:spPr>
                  <a:xfrm>
                    <a:off x="7026046" y="1655059"/>
                    <a:ext cx="146770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oMath>
                      </m:oMathPara>
                    </a14:m>
                    <a:endParaRPr kumimoji="1" lang="ja-JP" altLang="en-US" dirty="0"/>
                  </a:p>
                </p:txBody>
              </p:sp>
            </mc:Choice>
            <mc:Fallback>
              <p:sp>
                <p:nvSpPr>
                  <p:cNvPr id="103" name="テキスト ボックス 102">
                    <a:extLst>
                      <a:ext uri="{FF2B5EF4-FFF2-40B4-BE49-F238E27FC236}">
                        <a16:creationId xmlns:a16="http://schemas.microsoft.com/office/drawing/2014/main" id="{0647B45C-6064-4697-8F8F-3B19DE1B4F7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26046" y="1655059"/>
                    <a:ext cx="146770" cy="276999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l="-37500" r="-29167" b="-6522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04" name="テキスト ボックス 103">
                    <a:extLst>
                      <a:ext uri="{FF2B5EF4-FFF2-40B4-BE49-F238E27FC236}">
                        <a16:creationId xmlns:a16="http://schemas.microsoft.com/office/drawing/2014/main" id="{FD52564A-2151-41E8-A714-6BA42653656C}"/>
                      </a:ext>
                    </a:extLst>
                  </p:cNvPr>
                  <p:cNvSpPr txBox="1"/>
                  <p:nvPr/>
                </p:nvSpPr>
                <p:spPr>
                  <a:xfrm>
                    <a:off x="7812403" y="1873151"/>
                    <a:ext cx="177869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oMath>
                      </m:oMathPara>
                    </a14:m>
                    <a:endParaRPr kumimoji="1" lang="ja-JP" altLang="en-US" dirty="0"/>
                  </a:p>
                </p:txBody>
              </p:sp>
            </mc:Choice>
            <mc:Fallback>
              <p:sp>
                <p:nvSpPr>
                  <p:cNvPr id="104" name="テキスト ボックス 103">
                    <a:extLst>
                      <a:ext uri="{FF2B5EF4-FFF2-40B4-BE49-F238E27FC236}">
                        <a16:creationId xmlns:a16="http://schemas.microsoft.com/office/drawing/2014/main" id="{FD52564A-2151-41E8-A714-6BA42653656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812403" y="1873151"/>
                    <a:ext cx="177869" cy="276999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17241" r="-13793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05" name="テキスト ボックス 104">
                    <a:extLst>
                      <a:ext uri="{FF2B5EF4-FFF2-40B4-BE49-F238E27FC236}">
                        <a16:creationId xmlns:a16="http://schemas.microsoft.com/office/drawing/2014/main" id="{7E607295-8D12-4A3A-BA42-D0940A08F755}"/>
                      </a:ext>
                    </a:extLst>
                  </p:cNvPr>
                  <p:cNvSpPr txBox="1"/>
                  <p:nvPr/>
                </p:nvSpPr>
                <p:spPr>
                  <a:xfrm>
                    <a:off x="7596658" y="1645398"/>
                    <a:ext cx="194220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oMath>
                      </m:oMathPara>
                    </a14:m>
                    <a:endParaRPr kumimoji="1" lang="ja-JP" altLang="en-US" dirty="0"/>
                  </a:p>
                </p:txBody>
              </p:sp>
            </mc:Choice>
            <mc:Fallback>
              <p:sp>
                <p:nvSpPr>
                  <p:cNvPr id="105" name="テキスト ボックス 104">
                    <a:extLst>
                      <a:ext uri="{FF2B5EF4-FFF2-40B4-BE49-F238E27FC236}">
                        <a16:creationId xmlns:a16="http://schemas.microsoft.com/office/drawing/2014/main" id="{7E607295-8D12-4A3A-BA42-D0940A08F75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96658" y="1645398"/>
                    <a:ext cx="194220" cy="276999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l="-15625" r="-9375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06" name="テキスト ボックス 105">
                    <a:extLst>
                      <a:ext uri="{FF2B5EF4-FFF2-40B4-BE49-F238E27FC236}">
                        <a16:creationId xmlns:a16="http://schemas.microsoft.com/office/drawing/2014/main" id="{7AC2C735-45C6-476A-AA60-FDD3BBA8E119}"/>
                      </a:ext>
                    </a:extLst>
                  </p:cNvPr>
                  <p:cNvSpPr txBox="1"/>
                  <p:nvPr/>
                </p:nvSpPr>
                <p:spPr>
                  <a:xfrm>
                    <a:off x="8027831" y="1652241"/>
                    <a:ext cx="146770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oMath>
                      </m:oMathPara>
                    </a14:m>
                    <a:endParaRPr kumimoji="1" lang="ja-JP" altLang="en-US" dirty="0"/>
                  </a:p>
                </p:txBody>
              </p:sp>
            </mc:Choice>
            <mc:Fallback>
              <p:sp>
                <p:nvSpPr>
                  <p:cNvPr id="106" name="テキスト ボックス 105">
                    <a:extLst>
                      <a:ext uri="{FF2B5EF4-FFF2-40B4-BE49-F238E27FC236}">
                        <a16:creationId xmlns:a16="http://schemas.microsoft.com/office/drawing/2014/main" id="{7AC2C735-45C6-476A-AA60-FDD3BBA8E11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027831" y="1652241"/>
                    <a:ext cx="146770" cy="276999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l="-37500" r="-29167" b="-8889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8" name="グループ化 37">
              <a:extLst>
                <a:ext uri="{FF2B5EF4-FFF2-40B4-BE49-F238E27FC236}">
                  <a16:creationId xmlns:a16="http://schemas.microsoft.com/office/drawing/2014/main" id="{42B01DF2-064D-44A2-ACD7-9631483A2D11}"/>
                </a:ext>
              </a:extLst>
            </p:cNvPr>
            <p:cNvGrpSpPr/>
            <p:nvPr/>
          </p:nvGrpSpPr>
          <p:grpSpPr>
            <a:xfrm>
              <a:off x="5593643" y="1239590"/>
              <a:ext cx="654755" cy="1151465"/>
              <a:chOff x="4605867" y="1241778"/>
              <a:chExt cx="654755" cy="1151465"/>
            </a:xfrm>
          </p:grpSpPr>
          <p:sp>
            <p:nvSpPr>
              <p:cNvPr id="39" name="正方形/長方形 38">
                <a:extLst>
                  <a:ext uri="{FF2B5EF4-FFF2-40B4-BE49-F238E27FC236}">
                    <a16:creationId xmlns:a16="http://schemas.microsoft.com/office/drawing/2014/main" id="{053F1B54-DBD9-403B-98A0-CF2CE8F57A59}"/>
                  </a:ext>
                </a:extLst>
              </p:cNvPr>
              <p:cNvSpPr/>
              <p:nvPr/>
            </p:nvSpPr>
            <p:spPr>
              <a:xfrm>
                <a:off x="4605867" y="1490133"/>
                <a:ext cx="654755" cy="65475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40" name="直線コネクタ 39">
                <a:extLst>
                  <a:ext uri="{FF2B5EF4-FFF2-40B4-BE49-F238E27FC236}">
                    <a16:creationId xmlns:a16="http://schemas.microsoft.com/office/drawing/2014/main" id="{0F9218B5-D5E7-4E10-A1AD-D870103A403C}"/>
                  </a:ext>
                </a:extLst>
              </p:cNvPr>
              <p:cNvCxnSpPr/>
              <p:nvPr/>
            </p:nvCxnSpPr>
            <p:spPr>
              <a:xfrm flipV="1">
                <a:off x="4797777" y="1241778"/>
                <a:ext cx="0" cy="24835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線コネクタ 40">
                <a:extLst>
                  <a:ext uri="{FF2B5EF4-FFF2-40B4-BE49-F238E27FC236}">
                    <a16:creationId xmlns:a16="http://schemas.microsoft.com/office/drawing/2014/main" id="{02B9871A-81C7-4F2A-A779-3782979CE778}"/>
                  </a:ext>
                </a:extLst>
              </p:cNvPr>
              <p:cNvCxnSpPr/>
              <p:nvPr/>
            </p:nvCxnSpPr>
            <p:spPr>
              <a:xfrm flipV="1">
                <a:off x="5130799" y="1241778"/>
                <a:ext cx="0" cy="24835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2" name="テキスト ボックス 41">
                    <a:extLst>
                      <a:ext uri="{FF2B5EF4-FFF2-40B4-BE49-F238E27FC236}">
                        <a16:creationId xmlns:a16="http://schemas.microsoft.com/office/drawing/2014/main" id="{C5E8382A-0CEE-474F-B5E1-CF67269D07B6}"/>
                      </a:ext>
                    </a:extLst>
                  </p:cNvPr>
                  <p:cNvSpPr txBox="1"/>
                  <p:nvPr/>
                </p:nvSpPr>
                <p:spPr>
                  <a:xfrm>
                    <a:off x="4697974" y="1461489"/>
                    <a:ext cx="199606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oMath>
                      </m:oMathPara>
                    </a14:m>
                    <a:endParaRPr kumimoji="1" lang="ja-JP" altLang="en-US" dirty="0"/>
                  </a:p>
                </p:txBody>
              </p:sp>
            </mc:Choice>
            <mc:Fallback>
              <p:sp>
                <p:nvSpPr>
                  <p:cNvPr id="42" name="テキスト ボックス 41">
                    <a:extLst>
                      <a:ext uri="{FF2B5EF4-FFF2-40B4-BE49-F238E27FC236}">
                        <a16:creationId xmlns:a16="http://schemas.microsoft.com/office/drawing/2014/main" id="{C5E8382A-0CEE-474F-B5E1-CF67269D07B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97974" y="1461489"/>
                    <a:ext cx="199606" cy="276999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l="-15625" r="-12500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3" name="テキスト ボックス 42">
                    <a:extLst>
                      <a:ext uri="{FF2B5EF4-FFF2-40B4-BE49-F238E27FC236}">
                        <a16:creationId xmlns:a16="http://schemas.microsoft.com/office/drawing/2014/main" id="{ED444454-2CAB-4E8E-9150-21FAF938F4A0}"/>
                      </a:ext>
                    </a:extLst>
                  </p:cNvPr>
                  <p:cNvSpPr txBox="1"/>
                  <p:nvPr/>
                </p:nvSpPr>
                <p:spPr>
                  <a:xfrm>
                    <a:off x="5030996" y="1461488"/>
                    <a:ext cx="199606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oMath>
                      </m:oMathPara>
                    </a14:m>
                    <a:endParaRPr kumimoji="1" lang="ja-JP" altLang="en-US" dirty="0"/>
                  </a:p>
                </p:txBody>
              </p:sp>
            </mc:Choice>
            <mc:Fallback>
              <p:sp>
                <p:nvSpPr>
                  <p:cNvPr id="43" name="テキスト ボックス 42">
                    <a:extLst>
                      <a:ext uri="{FF2B5EF4-FFF2-40B4-BE49-F238E27FC236}">
                        <a16:creationId xmlns:a16="http://schemas.microsoft.com/office/drawing/2014/main" id="{ED444454-2CAB-4E8E-9150-21FAF938F4A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30996" y="1461488"/>
                    <a:ext cx="199606" cy="276999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l="-24242" r="-21212" b="-6522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45" name="直線コネクタ 44">
                <a:extLst>
                  <a:ext uri="{FF2B5EF4-FFF2-40B4-BE49-F238E27FC236}">
                    <a16:creationId xmlns:a16="http://schemas.microsoft.com/office/drawing/2014/main" id="{59A3F15F-4836-466B-BEE1-3ECC210371E9}"/>
                  </a:ext>
                </a:extLst>
              </p:cNvPr>
              <p:cNvCxnSpPr/>
              <p:nvPr/>
            </p:nvCxnSpPr>
            <p:spPr>
              <a:xfrm flipV="1">
                <a:off x="4921953" y="2144888"/>
                <a:ext cx="0" cy="24835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8" name="グループ化 47">
              <a:extLst>
                <a:ext uri="{FF2B5EF4-FFF2-40B4-BE49-F238E27FC236}">
                  <a16:creationId xmlns:a16="http://schemas.microsoft.com/office/drawing/2014/main" id="{CDE1661E-E0A7-493D-94EA-FDD5CF1EFB3F}"/>
                </a:ext>
              </a:extLst>
            </p:cNvPr>
            <p:cNvGrpSpPr/>
            <p:nvPr/>
          </p:nvGrpSpPr>
          <p:grpSpPr>
            <a:xfrm>
              <a:off x="6581419" y="1237402"/>
              <a:ext cx="654755" cy="1151465"/>
              <a:chOff x="4605867" y="1241778"/>
              <a:chExt cx="654755" cy="1151465"/>
            </a:xfrm>
          </p:grpSpPr>
          <p:sp>
            <p:nvSpPr>
              <p:cNvPr id="49" name="正方形/長方形 48">
                <a:extLst>
                  <a:ext uri="{FF2B5EF4-FFF2-40B4-BE49-F238E27FC236}">
                    <a16:creationId xmlns:a16="http://schemas.microsoft.com/office/drawing/2014/main" id="{C3DFBC27-E53F-4A19-A063-F31529B73BB3}"/>
                  </a:ext>
                </a:extLst>
              </p:cNvPr>
              <p:cNvSpPr/>
              <p:nvPr/>
            </p:nvSpPr>
            <p:spPr>
              <a:xfrm>
                <a:off x="4605867" y="1490133"/>
                <a:ext cx="654755" cy="65475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50" name="直線コネクタ 49">
                <a:extLst>
                  <a:ext uri="{FF2B5EF4-FFF2-40B4-BE49-F238E27FC236}">
                    <a16:creationId xmlns:a16="http://schemas.microsoft.com/office/drawing/2014/main" id="{327680CB-6453-4A4E-82AB-25B843DE96F7}"/>
                  </a:ext>
                </a:extLst>
              </p:cNvPr>
              <p:cNvCxnSpPr/>
              <p:nvPr/>
            </p:nvCxnSpPr>
            <p:spPr>
              <a:xfrm flipV="1">
                <a:off x="4797777" y="1241778"/>
                <a:ext cx="0" cy="24835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線コネクタ 50">
                <a:extLst>
                  <a:ext uri="{FF2B5EF4-FFF2-40B4-BE49-F238E27FC236}">
                    <a16:creationId xmlns:a16="http://schemas.microsoft.com/office/drawing/2014/main" id="{BFC8C094-0190-4163-B1DB-F8D546E849F7}"/>
                  </a:ext>
                </a:extLst>
              </p:cNvPr>
              <p:cNvCxnSpPr/>
              <p:nvPr/>
            </p:nvCxnSpPr>
            <p:spPr>
              <a:xfrm flipV="1">
                <a:off x="5130799" y="1241778"/>
                <a:ext cx="0" cy="24835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2" name="テキスト ボックス 51">
                    <a:extLst>
                      <a:ext uri="{FF2B5EF4-FFF2-40B4-BE49-F238E27FC236}">
                        <a16:creationId xmlns:a16="http://schemas.microsoft.com/office/drawing/2014/main" id="{93F4E2D6-121D-44C3-B22D-F908E57BB69C}"/>
                      </a:ext>
                    </a:extLst>
                  </p:cNvPr>
                  <p:cNvSpPr txBox="1"/>
                  <p:nvPr/>
                </p:nvSpPr>
                <p:spPr>
                  <a:xfrm>
                    <a:off x="4697974" y="1461489"/>
                    <a:ext cx="199606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oMath>
                      </m:oMathPara>
                    </a14:m>
                    <a:endParaRPr kumimoji="1" lang="ja-JP" altLang="en-US" dirty="0"/>
                  </a:p>
                </p:txBody>
              </p:sp>
            </mc:Choice>
            <mc:Fallback>
              <p:sp>
                <p:nvSpPr>
                  <p:cNvPr id="52" name="テキスト ボックス 51">
                    <a:extLst>
                      <a:ext uri="{FF2B5EF4-FFF2-40B4-BE49-F238E27FC236}">
                        <a16:creationId xmlns:a16="http://schemas.microsoft.com/office/drawing/2014/main" id="{93F4E2D6-121D-44C3-B22D-F908E57BB69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97974" y="1461489"/>
                    <a:ext cx="199606" cy="276999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l="-15625" r="-12500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3" name="テキスト ボックス 52">
                    <a:extLst>
                      <a:ext uri="{FF2B5EF4-FFF2-40B4-BE49-F238E27FC236}">
                        <a16:creationId xmlns:a16="http://schemas.microsoft.com/office/drawing/2014/main" id="{47C8D55E-0BD1-4889-B238-36D99C1D3005}"/>
                      </a:ext>
                    </a:extLst>
                  </p:cNvPr>
                  <p:cNvSpPr txBox="1"/>
                  <p:nvPr/>
                </p:nvSpPr>
                <p:spPr>
                  <a:xfrm>
                    <a:off x="5030996" y="1461488"/>
                    <a:ext cx="199606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oMath>
                      </m:oMathPara>
                    </a14:m>
                    <a:endParaRPr kumimoji="1" lang="ja-JP" altLang="en-US" dirty="0"/>
                  </a:p>
                </p:txBody>
              </p:sp>
            </mc:Choice>
            <mc:Fallback>
              <p:sp>
                <p:nvSpPr>
                  <p:cNvPr id="53" name="テキスト ボックス 52">
                    <a:extLst>
                      <a:ext uri="{FF2B5EF4-FFF2-40B4-BE49-F238E27FC236}">
                        <a16:creationId xmlns:a16="http://schemas.microsoft.com/office/drawing/2014/main" id="{47C8D55E-0BD1-4889-B238-36D99C1D300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30996" y="1461488"/>
                    <a:ext cx="199606" cy="276999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 l="-24242" r="-21212" b="-8889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55" name="直線コネクタ 54">
                <a:extLst>
                  <a:ext uri="{FF2B5EF4-FFF2-40B4-BE49-F238E27FC236}">
                    <a16:creationId xmlns:a16="http://schemas.microsoft.com/office/drawing/2014/main" id="{473320C0-DF15-4A92-9519-1298BDB58B9D}"/>
                  </a:ext>
                </a:extLst>
              </p:cNvPr>
              <p:cNvCxnSpPr/>
              <p:nvPr/>
            </p:nvCxnSpPr>
            <p:spPr>
              <a:xfrm flipV="1">
                <a:off x="4921953" y="2144888"/>
                <a:ext cx="0" cy="24835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8" name="グループ化 57">
              <a:extLst>
                <a:ext uri="{FF2B5EF4-FFF2-40B4-BE49-F238E27FC236}">
                  <a16:creationId xmlns:a16="http://schemas.microsoft.com/office/drawing/2014/main" id="{161A77F3-31F1-48B4-A2B3-0B672D410D9F}"/>
                </a:ext>
              </a:extLst>
            </p:cNvPr>
            <p:cNvGrpSpPr/>
            <p:nvPr/>
          </p:nvGrpSpPr>
          <p:grpSpPr>
            <a:xfrm>
              <a:off x="7569195" y="1235214"/>
              <a:ext cx="654755" cy="1151465"/>
              <a:chOff x="4605867" y="1241778"/>
              <a:chExt cx="654755" cy="1151465"/>
            </a:xfrm>
          </p:grpSpPr>
          <p:sp>
            <p:nvSpPr>
              <p:cNvPr id="59" name="正方形/長方形 58">
                <a:extLst>
                  <a:ext uri="{FF2B5EF4-FFF2-40B4-BE49-F238E27FC236}">
                    <a16:creationId xmlns:a16="http://schemas.microsoft.com/office/drawing/2014/main" id="{949B84A8-70E2-47DD-9374-EA015B43EDA0}"/>
                  </a:ext>
                </a:extLst>
              </p:cNvPr>
              <p:cNvSpPr/>
              <p:nvPr/>
            </p:nvSpPr>
            <p:spPr>
              <a:xfrm>
                <a:off x="4605867" y="1490133"/>
                <a:ext cx="654755" cy="654755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cxnSp>
            <p:nvCxnSpPr>
              <p:cNvPr id="60" name="直線コネクタ 59">
                <a:extLst>
                  <a:ext uri="{FF2B5EF4-FFF2-40B4-BE49-F238E27FC236}">
                    <a16:creationId xmlns:a16="http://schemas.microsoft.com/office/drawing/2014/main" id="{7DF835C5-EDEE-4FA9-B40F-A1F8ACFB54F0}"/>
                  </a:ext>
                </a:extLst>
              </p:cNvPr>
              <p:cNvCxnSpPr/>
              <p:nvPr/>
            </p:nvCxnSpPr>
            <p:spPr>
              <a:xfrm flipV="1">
                <a:off x="4797777" y="1241778"/>
                <a:ext cx="0" cy="24835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線コネクタ 60">
                <a:extLst>
                  <a:ext uri="{FF2B5EF4-FFF2-40B4-BE49-F238E27FC236}">
                    <a16:creationId xmlns:a16="http://schemas.microsoft.com/office/drawing/2014/main" id="{6952DAC3-C9B3-446E-AC54-66588CFB7A9F}"/>
                  </a:ext>
                </a:extLst>
              </p:cNvPr>
              <p:cNvCxnSpPr/>
              <p:nvPr/>
            </p:nvCxnSpPr>
            <p:spPr>
              <a:xfrm flipV="1">
                <a:off x="5130799" y="1241778"/>
                <a:ext cx="0" cy="24835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62" name="テキスト ボックス 61">
                    <a:extLst>
                      <a:ext uri="{FF2B5EF4-FFF2-40B4-BE49-F238E27FC236}">
                        <a16:creationId xmlns:a16="http://schemas.microsoft.com/office/drawing/2014/main" id="{115CA2C1-7110-44F3-AE85-88A8B06174FB}"/>
                      </a:ext>
                    </a:extLst>
                  </p:cNvPr>
                  <p:cNvSpPr txBox="1"/>
                  <p:nvPr/>
                </p:nvSpPr>
                <p:spPr>
                  <a:xfrm>
                    <a:off x="4697974" y="1461489"/>
                    <a:ext cx="199606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oMath>
                      </m:oMathPara>
                    </a14:m>
                    <a:endParaRPr kumimoji="1" lang="ja-JP" altLang="en-US" dirty="0"/>
                  </a:p>
                </p:txBody>
              </p:sp>
            </mc:Choice>
            <mc:Fallback>
              <p:sp>
                <p:nvSpPr>
                  <p:cNvPr id="62" name="テキスト ボックス 61">
                    <a:extLst>
                      <a:ext uri="{FF2B5EF4-FFF2-40B4-BE49-F238E27FC236}">
                        <a16:creationId xmlns:a16="http://schemas.microsoft.com/office/drawing/2014/main" id="{115CA2C1-7110-44F3-AE85-88A8B06174F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97974" y="1461489"/>
                    <a:ext cx="199606" cy="276999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 l="-15152" r="-9091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63" name="テキスト ボックス 62">
                    <a:extLst>
                      <a:ext uri="{FF2B5EF4-FFF2-40B4-BE49-F238E27FC236}">
                        <a16:creationId xmlns:a16="http://schemas.microsoft.com/office/drawing/2014/main" id="{51CBBAB2-C33C-492F-92C8-B35A6BC463CF}"/>
                      </a:ext>
                    </a:extLst>
                  </p:cNvPr>
                  <p:cNvSpPr txBox="1"/>
                  <p:nvPr/>
                </p:nvSpPr>
                <p:spPr>
                  <a:xfrm>
                    <a:off x="5030996" y="1461488"/>
                    <a:ext cx="199606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oMath>
                      </m:oMathPara>
                    </a14:m>
                    <a:endParaRPr kumimoji="1" lang="ja-JP" altLang="en-US" dirty="0"/>
                  </a:p>
                </p:txBody>
              </p:sp>
            </mc:Choice>
            <mc:Fallback>
              <p:sp>
                <p:nvSpPr>
                  <p:cNvPr id="63" name="テキスト ボックス 62">
                    <a:extLst>
                      <a:ext uri="{FF2B5EF4-FFF2-40B4-BE49-F238E27FC236}">
                        <a16:creationId xmlns:a16="http://schemas.microsoft.com/office/drawing/2014/main" id="{51CBBAB2-C33C-492F-92C8-B35A6BC463C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30996" y="1461488"/>
                    <a:ext cx="199606" cy="276999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 l="-24242" r="-21212" b="-8889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65" name="直線コネクタ 64">
                <a:extLst>
                  <a:ext uri="{FF2B5EF4-FFF2-40B4-BE49-F238E27FC236}">
                    <a16:creationId xmlns:a16="http://schemas.microsoft.com/office/drawing/2014/main" id="{C3037EEF-9CE5-4AF8-AED6-851630044CD3}"/>
                  </a:ext>
                </a:extLst>
              </p:cNvPr>
              <p:cNvCxnSpPr/>
              <p:nvPr/>
            </p:nvCxnSpPr>
            <p:spPr>
              <a:xfrm flipV="1">
                <a:off x="4921953" y="2144888"/>
                <a:ext cx="0" cy="24835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2" name="直線コネクタ 71">
              <a:extLst>
                <a:ext uri="{FF2B5EF4-FFF2-40B4-BE49-F238E27FC236}">
                  <a16:creationId xmlns:a16="http://schemas.microsoft.com/office/drawing/2014/main" id="{CFCF0D79-1369-40BB-88B6-A6674A90B47D}"/>
                </a:ext>
              </a:extLst>
            </p:cNvPr>
            <p:cNvCxnSpPr>
              <a:cxnSpLocks/>
              <a:stCxn id="4" idx="3"/>
              <a:endCxn id="39" idx="1"/>
            </p:cNvCxnSpPr>
            <p:nvPr/>
          </p:nvCxnSpPr>
          <p:spPr>
            <a:xfrm flipV="1">
              <a:off x="5260622" y="1815323"/>
              <a:ext cx="333021" cy="21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線コネクタ 72">
              <a:extLst>
                <a:ext uri="{FF2B5EF4-FFF2-40B4-BE49-F238E27FC236}">
                  <a16:creationId xmlns:a16="http://schemas.microsoft.com/office/drawing/2014/main" id="{3336D87D-EC42-499F-BA1C-412951BC5F58}"/>
                </a:ext>
              </a:extLst>
            </p:cNvPr>
            <p:cNvCxnSpPr/>
            <p:nvPr/>
          </p:nvCxnSpPr>
          <p:spPr>
            <a:xfrm flipV="1">
              <a:off x="6253393" y="1808759"/>
              <a:ext cx="333021" cy="21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線コネクタ 73">
              <a:extLst>
                <a:ext uri="{FF2B5EF4-FFF2-40B4-BE49-F238E27FC236}">
                  <a16:creationId xmlns:a16="http://schemas.microsoft.com/office/drawing/2014/main" id="{81A72B20-B60A-496C-A383-0AD100082729}"/>
                </a:ext>
              </a:extLst>
            </p:cNvPr>
            <p:cNvCxnSpPr/>
            <p:nvPr/>
          </p:nvCxnSpPr>
          <p:spPr>
            <a:xfrm flipV="1">
              <a:off x="7246164" y="1802195"/>
              <a:ext cx="333021" cy="21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線コネクタ 74">
              <a:extLst>
                <a:ext uri="{FF2B5EF4-FFF2-40B4-BE49-F238E27FC236}">
                  <a16:creationId xmlns:a16="http://schemas.microsoft.com/office/drawing/2014/main" id="{F0BA8A1D-CD56-4DED-94F1-E3E5B506472D}"/>
                </a:ext>
              </a:extLst>
            </p:cNvPr>
            <p:cNvCxnSpPr/>
            <p:nvPr/>
          </p:nvCxnSpPr>
          <p:spPr>
            <a:xfrm flipV="1">
              <a:off x="8238935" y="1795631"/>
              <a:ext cx="333021" cy="21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線コネクタ 75">
              <a:extLst>
                <a:ext uri="{FF2B5EF4-FFF2-40B4-BE49-F238E27FC236}">
                  <a16:creationId xmlns:a16="http://schemas.microsoft.com/office/drawing/2014/main" id="{5BE5B2E3-D0EE-4D0B-A384-620652AD48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57836" y="1814228"/>
              <a:ext cx="333021" cy="2188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8" name="テキスト ボックス 77">
                  <a:extLst>
                    <a:ext uri="{FF2B5EF4-FFF2-40B4-BE49-F238E27FC236}">
                      <a16:creationId xmlns:a16="http://schemas.microsoft.com/office/drawing/2014/main" id="{3F3CAFBE-10B5-41C8-BF7D-484453D3A0E6}"/>
                    </a:ext>
                  </a:extLst>
                </p:cNvPr>
                <p:cNvSpPr txBox="1"/>
                <p:nvPr/>
              </p:nvSpPr>
              <p:spPr>
                <a:xfrm>
                  <a:off x="7515137" y="932960"/>
                  <a:ext cx="47891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kumimoji="1" lang="ja-JP" altLang="en-US" dirty="0"/>
                </a:p>
              </p:txBody>
            </p:sp>
          </mc:Choice>
          <mc:Fallback>
            <p:sp>
              <p:nvSpPr>
                <p:cNvPr id="78" name="テキスト ボックス 77">
                  <a:extLst>
                    <a:ext uri="{FF2B5EF4-FFF2-40B4-BE49-F238E27FC236}">
                      <a16:creationId xmlns:a16="http://schemas.microsoft.com/office/drawing/2014/main" id="{3F3CAFBE-10B5-41C8-BF7D-484453D3A0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15137" y="932960"/>
                  <a:ext cx="478913" cy="369332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0" name="テキスト ボックス 79">
                  <a:extLst>
                    <a:ext uri="{FF2B5EF4-FFF2-40B4-BE49-F238E27FC236}">
                      <a16:creationId xmlns:a16="http://schemas.microsoft.com/office/drawing/2014/main" id="{BD7365A1-C841-49E4-8FEB-3CB8F3E8067D}"/>
                    </a:ext>
                  </a:extLst>
                </p:cNvPr>
                <p:cNvSpPr txBox="1"/>
                <p:nvPr/>
              </p:nvSpPr>
              <p:spPr>
                <a:xfrm>
                  <a:off x="6534613" y="932960"/>
                  <a:ext cx="47891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ja-JP" altLang="en-US" dirty="0"/>
                </a:p>
              </p:txBody>
            </p:sp>
          </mc:Choice>
          <mc:Fallback>
            <p:sp>
              <p:nvSpPr>
                <p:cNvPr id="80" name="テキスト ボックス 79">
                  <a:extLst>
                    <a:ext uri="{FF2B5EF4-FFF2-40B4-BE49-F238E27FC236}">
                      <a16:creationId xmlns:a16="http://schemas.microsoft.com/office/drawing/2014/main" id="{BD7365A1-C841-49E4-8FEB-3CB8F3E806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34613" y="932960"/>
                  <a:ext cx="478913" cy="369332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1" name="テキスト ボックス 80">
                  <a:extLst>
                    <a:ext uri="{FF2B5EF4-FFF2-40B4-BE49-F238E27FC236}">
                      <a16:creationId xmlns:a16="http://schemas.microsoft.com/office/drawing/2014/main" id="{0A6892FF-1B22-4E2E-A3DE-1EB3E71FF042}"/>
                    </a:ext>
                  </a:extLst>
                </p:cNvPr>
                <p:cNvSpPr txBox="1"/>
                <p:nvPr/>
              </p:nvSpPr>
              <p:spPr>
                <a:xfrm>
                  <a:off x="5554090" y="932960"/>
                  <a:ext cx="47891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ja-JP" altLang="en-US" dirty="0"/>
                </a:p>
              </p:txBody>
            </p:sp>
          </mc:Choice>
          <mc:Fallback>
            <p:sp>
              <p:nvSpPr>
                <p:cNvPr id="81" name="テキスト ボックス 80">
                  <a:extLst>
                    <a:ext uri="{FF2B5EF4-FFF2-40B4-BE49-F238E27FC236}">
                      <a16:creationId xmlns:a16="http://schemas.microsoft.com/office/drawing/2014/main" id="{0A6892FF-1B22-4E2E-A3DE-1EB3E71FF0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54090" y="932960"/>
                  <a:ext cx="478913" cy="369332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2" name="テキスト ボックス 81">
                  <a:extLst>
                    <a:ext uri="{FF2B5EF4-FFF2-40B4-BE49-F238E27FC236}">
                      <a16:creationId xmlns:a16="http://schemas.microsoft.com/office/drawing/2014/main" id="{5C466D95-311A-4965-B6C1-4B2496823AC3}"/>
                    </a:ext>
                  </a:extLst>
                </p:cNvPr>
                <p:cNvSpPr txBox="1"/>
                <p:nvPr/>
              </p:nvSpPr>
              <p:spPr>
                <a:xfrm>
                  <a:off x="4573567" y="932960"/>
                  <a:ext cx="47891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ja-JP" altLang="en-US" dirty="0"/>
                </a:p>
              </p:txBody>
            </p:sp>
          </mc:Choice>
          <mc:Fallback>
            <p:sp>
              <p:nvSpPr>
                <p:cNvPr id="82" name="テキスト ボックス 81">
                  <a:extLst>
                    <a:ext uri="{FF2B5EF4-FFF2-40B4-BE49-F238E27FC236}">
                      <a16:creationId xmlns:a16="http://schemas.microsoft.com/office/drawing/2014/main" id="{5C466D95-311A-4965-B6C1-4B2496823A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3567" y="932960"/>
                  <a:ext cx="478913" cy="369332"/>
                </a:xfrm>
                <a:prstGeom prst="rect">
                  <a:avLst/>
                </a:prstGeom>
                <a:blipFill>
                  <a:blip r:embed="rId2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3" name="テキスト ボックス 82">
                  <a:extLst>
                    <a:ext uri="{FF2B5EF4-FFF2-40B4-BE49-F238E27FC236}">
                      <a16:creationId xmlns:a16="http://schemas.microsoft.com/office/drawing/2014/main" id="{52CCFE32-55AC-4FF7-9419-2156A290764F}"/>
                    </a:ext>
                  </a:extLst>
                </p:cNvPr>
                <p:cNvSpPr txBox="1"/>
                <p:nvPr/>
              </p:nvSpPr>
              <p:spPr>
                <a:xfrm>
                  <a:off x="7854670" y="930675"/>
                  <a:ext cx="47891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kumimoji="1" lang="ja-JP" altLang="en-US" dirty="0"/>
                </a:p>
              </p:txBody>
            </p:sp>
          </mc:Choice>
          <mc:Fallback>
            <p:sp>
              <p:nvSpPr>
                <p:cNvPr id="83" name="テキスト ボックス 82">
                  <a:extLst>
                    <a:ext uri="{FF2B5EF4-FFF2-40B4-BE49-F238E27FC236}">
                      <a16:creationId xmlns:a16="http://schemas.microsoft.com/office/drawing/2014/main" id="{52CCFE32-55AC-4FF7-9419-2156A29076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54670" y="930675"/>
                  <a:ext cx="478913" cy="369332"/>
                </a:xfrm>
                <a:prstGeom prst="rect">
                  <a:avLst/>
                </a:prstGeom>
                <a:blipFill>
                  <a:blip r:embed="rId26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4" name="テキスト ボックス 83">
                  <a:extLst>
                    <a:ext uri="{FF2B5EF4-FFF2-40B4-BE49-F238E27FC236}">
                      <a16:creationId xmlns:a16="http://schemas.microsoft.com/office/drawing/2014/main" id="{91E00282-BAA4-47CE-87E6-33DC21EA21DE}"/>
                    </a:ext>
                  </a:extLst>
                </p:cNvPr>
                <p:cNvSpPr txBox="1"/>
                <p:nvPr/>
              </p:nvSpPr>
              <p:spPr>
                <a:xfrm>
                  <a:off x="6874146" y="930675"/>
                  <a:ext cx="47891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ja-JP" altLang="en-US" dirty="0"/>
                </a:p>
              </p:txBody>
            </p:sp>
          </mc:Choice>
          <mc:Fallback>
            <p:sp>
              <p:nvSpPr>
                <p:cNvPr id="84" name="テキスト ボックス 83">
                  <a:extLst>
                    <a:ext uri="{FF2B5EF4-FFF2-40B4-BE49-F238E27FC236}">
                      <a16:creationId xmlns:a16="http://schemas.microsoft.com/office/drawing/2014/main" id="{91E00282-BAA4-47CE-87E6-33DC21EA21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4146" y="930675"/>
                  <a:ext cx="478913" cy="369332"/>
                </a:xfrm>
                <a:prstGeom prst="rect">
                  <a:avLst/>
                </a:prstGeom>
                <a:blipFill>
                  <a:blip r:embed="rId27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5" name="テキスト ボックス 84">
                  <a:extLst>
                    <a:ext uri="{FF2B5EF4-FFF2-40B4-BE49-F238E27FC236}">
                      <a16:creationId xmlns:a16="http://schemas.microsoft.com/office/drawing/2014/main" id="{4B7BBFF8-24CC-4284-89C3-BC8B4781AF6A}"/>
                    </a:ext>
                  </a:extLst>
                </p:cNvPr>
                <p:cNvSpPr txBox="1"/>
                <p:nvPr/>
              </p:nvSpPr>
              <p:spPr>
                <a:xfrm>
                  <a:off x="5893623" y="930675"/>
                  <a:ext cx="47891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ja-JP" altLang="en-US" dirty="0"/>
                </a:p>
              </p:txBody>
            </p:sp>
          </mc:Choice>
          <mc:Fallback>
            <p:sp>
              <p:nvSpPr>
                <p:cNvPr id="85" name="テキスト ボックス 84">
                  <a:extLst>
                    <a:ext uri="{FF2B5EF4-FFF2-40B4-BE49-F238E27FC236}">
                      <a16:creationId xmlns:a16="http://schemas.microsoft.com/office/drawing/2014/main" id="{4B7BBFF8-24CC-4284-89C3-BC8B4781AF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93623" y="930675"/>
                  <a:ext cx="478913" cy="369332"/>
                </a:xfrm>
                <a:prstGeom prst="rect">
                  <a:avLst/>
                </a:prstGeom>
                <a:blipFill>
                  <a:blip r:embed="rId28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6" name="テキスト ボックス 85">
                  <a:extLst>
                    <a:ext uri="{FF2B5EF4-FFF2-40B4-BE49-F238E27FC236}">
                      <a16:creationId xmlns:a16="http://schemas.microsoft.com/office/drawing/2014/main" id="{3F2AA1DE-E7AA-4C05-A49A-790384B79B52}"/>
                    </a:ext>
                  </a:extLst>
                </p:cNvPr>
                <p:cNvSpPr txBox="1"/>
                <p:nvPr/>
              </p:nvSpPr>
              <p:spPr>
                <a:xfrm>
                  <a:off x="4913100" y="930675"/>
                  <a:ext cx="48058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ja-JP" altLang="en-US" dirty="0"/>
                </a:p>
              </p:txBody>
            </p:sp>
          </mc:Choice>
          <mc:Fallback>
            <p:sp>
              <p:nvSpPr>
                <p:cNvPr id="86" name="テキスト ボックス 85">
                  <a:extLst>
                    <a:ext uri="{FF2B5EF4-FFF2-40B4-BE49-F238E27FC236}">
                      <a16:creationId xmlns:a16="http://schemas.microsoft.com/office/drawing/2014/main" id="{3F2AA1DE-E7AA-4C05-A49A-790384B79B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13100" y="930675"/>
                  <a:ext cx="480581" cy="369332"/>
                </a:xfrm>
                <a:prstGeom prst="rect">
                  <a:avLst/>
                </a:prstGeom>
                <a:blipFill>
                  <a:blip r:embed="rId29"/>
                  <a:stretch>
                    <a:fillRect b="-6667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7" name="テキスト ボックス 86">
                  <a:extLst>
                    <a:ext uri="{FF2B5EF4-FFF2-40B4-BE49-F238E27FC236}">
                      <a16:creationId xmlns:a16="http://schemas.microsoft.com/office/drawing/2014/main" id="{5F91F447-3866-4539-9C4D-413E397997B3}"/>
                    </a:ext>
                  </a:extLst>
                </p:cNvPr>
                <p:cNvSpPr txBox="1"/>
                <p:nvPr/>
              </p:nvSpPr>
              <p:spPr>
                <a:xfrm>
                  <a:off x="8168332" y="1464121"/>
                  <a:ext cx="45788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kumimoji="1" lang="ja-JP" altLang="en-US" dirty="0"/>
                </a:p>
              </p:txBody>
            </p:sp>
          </mc:Choice>
          <mc:Fallback>
            <p:sp>
              <p:nvSpPr>
                <p:cNvPr id="87" name="テキスト ボックス 86">
                  <a:extLst>
                    <a:ext uri="{FF2B5EF4-FFF2-40B4-BE49-F238E27FC236}">
                      <a16:creationId xmlns:a16="http://schemas.microsoft.com/office/drawing/2014/main" id="{5F91F447-3866-4539-9C4D-413E397997B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68332" y="1464121"/>
                  <a:ext cx="457881" cy="369332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8" name="テキスト ボックス 87">
                  <a:extLst>
                    <a:ext uri="{FF2B5EF4-FFF2-40B4-BE49-F238E27FC236}">
                      <a16:creationId xmlns:a16="http://schemas.microsoft.com/office/drawing/2014/main" id="{5800F669-DF54-4BE0-B365-5A0586458345}"/>
                    </a:ext>
                  </a:extLst>
                </p:cNvPr>
                <p:cNvSpPr txBox="1"/>
                <p:nvPr/>
              </p:nvSpPr>
              <p:spPr>
                <a:xfrm>
                  <a:off x="7187808" y="1464121"/>
                  <a:ext cx="45256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ja-JP" altLang="en-US" dirty="0"/>
                </a:p>
              </p:txBody>
            </p:sp>
          </mc:Choice>
          <mc:Fallback>
            <p:sp>
              <p:nvSpPr>
                <p:cNvPr id="88" name="テキスト ボックス 87">
                  <a:extLst>
                    <a:ext uri="{FF2B5EF4-FFF2-40B4-BE49-F238E27FC236}">
                      <a16:creationId xmlns:a16="http://schemas.microsoft.com/office/drawing/2014/main" id="{5800F669-DF54-4BE0-B365-5A05864583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87808" y="1464121"/>
                  <a:ext cx="452560" cy="369332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9" name="テキスト ボックス 88">
                  <a:extLst>
                    <a:ext uri="{FF2B5EF4-FFF2-40B4-BE49-F238E27FC236}">
                      <a16:creationId xmlns:a16="http://schemas.microsoft.com/office/drawing/2014/main" id="{01271BC5-A40E-4541-AFCC-F5F131AE23CF}"/>
                    </a:ext>
                  </a:extLst>
                </p:cNvPr>
                <p:cNvSpPr txBox="1"/>
                <p:nvPr/>
              </p:nvSpPr>
              <p:spPr>
                <a:xfrm>
                  <a:off x="6207285" y="1464121"/>
                  <a:ext cx="45788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ja-JP" altLang="en-US" dirty="0"/>
                </a:p>
              </p:txBody>
            </p:sp>
          </mc:Choice>
          <mc:Fallback>
            <p:sp>
              <p:nvSpPr>
                <p:cNvPr id="89" name="テキスト ボックス 88">
                  <a:extLst>
                    <a:ext uri="{FF2B5EF4-FFF2-40B4-BE49-F238E27FC236}">
                      <a16:creationId xmlns:a16="http://schemas.microsoft.com/office/drawing/2014/main" id="{01271BC5-A40E-4541-AFCC-F5F131AE23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07285" y="1464121"/>
                  <a:ext cx="457881" cy="369332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0" name="テキスト ボックス 89">
                  <a:extLst>
                    <a:ext uri="{FF2B5EF4-FFF2-40B4-BE49-F238E27FC236}">
                      <a16:creationId xmlns:a16="http://schemas.microsoft.com/office/drawing/2014/main" id="{FB35C9F2-BA5B-4EA0-962C-C84EBCFF1155}"/>
                    </a:ext>
                  </a:extLst>
                </p:cNvPr>
                <p:cNvSpPr txBox="1"/>
                <p:nvPr/>
              </p:nvSpPr>
              <p:spPr>
                <a:xfrm>
                  <a:off x="5226762" y="1464121"/>
                  <a:ext cx="45788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ja-JP" altLang="en-US" dirty="0"/>
                </a:p>
              </p:txBody>
            </p:sp>
          </mc:Choice>
          <mc:Fallback>
            <p:sp>
              <p:nvSpPr>
                <p:cNvPr id="90" name="テキスト ボックス 89">
                  <a:extLst>
                    <a:ext uri="{FF2B5EF4-FFF2-40B4-BE49-F238E27FC236}">
                      <a16:creationId xmlns:a16="http://schemas.microsoft.com/office/drawing/2014/main" id="{FB35C9F2-BA5B-4EA0-962C-C84EBCFF11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26762" y="1464121"/>
                  <a:ext cx="457881" cy="369332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1" name="テキスト ボックス 90">
                  <a:extLst>
                    <a:ext uri="{FF2B5EF4-FFF2-40B4-BE49-F238E27FC236}">
                      <a16:creationId xmlns:a16="http://schemas.microsoft.com/office/drawing/2014/main" id="{C6395C4A-D99E-4206-849D-77E6EA3B30DC}"/>
                    </a:ext>
                  </a:extLst>
                </p:cNvPr>
                <p:cNvSpPr txBox="1"/>
                <p:nvPr/>
              </p:nvSpPr>
              <p:spPr>
                <a:xfrm>
                  <a:off x="4216574" y="1475977"/>
                  <a:ext cx="45788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kumimoji="1" lang="ja-JP" altLang="en-US" dirty="0"/>
                </a:p>
              </p:txBody>
            </p:sp>
          </mc:Choice>
          <mc:Fallback>
            <p:sp>
              <p:nvSpPr>
                <p:cNvPr id="91" name="テキスト ボックス 90">
                  <a:extLst>
                    <a:ext uri="{FF2B5EF4-FFF2-40B4-BE49-F238E27FC236}">
                      <a16:creationId xmlns:a16="http://schemas.microsoft.com/office/drawing/2014/main" id="{C6395C4A-D99E-4206-849D-77E6EA3B30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16574" y="1475977"/>
                  <a:ext cx="457882" cy="369332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2" name="テキスト ボックス 91">
                  <a:extLst>
                    <a:ext uri="{FF2B5EF4-FFF2-40B4-BE49-F238E27FC236}">
                      <a16:creationId xmlns:a16="http://schemas.microsoft.com/office/drawing/2014/main" id="{1A7ACE39-80D5-4082-9CE5-3D27F37CA15C}"/>
                    </a:ext>
                  </a:extLst>
                </p:cNvPr>
                <p:cNvSpPr txBox="1"/>
                <p:nvPr/>
              </p:nvSpPr>
              <p:spPr>
                <a:xfrm>
                  <a:off x="7670585" y="2296408"/>
                  <a:ext cx="47891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kumimoji="1" lang="ja-JP" altLang="en-US" dirty="0"/>
                </a:p>
              </p:txBody>
            </p:sp>
          </mc:Choice>
          <mc:Fallback>
            <p:sp>
              <p:nvSpPr>
                <p:cNvPr id="92" name="テキスト ボックス 91">
                  <a:extLst>
                    <a:ext uri="{FF2B5EF4-FFF2-40B4-BE49-F238E27FC236}">
                      <a16:creationId xmlns:a16="http://schemas.microsoft.com/office/drawing/2014/main" id="{1A7ACE39-80D5-4082-9CE5-3D27F37CA1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70585" y="2296408"/>
                  <a:ext cx="478913" cy="369332"/>
                </a:xfrm>
                <a:prstGeom prst="rect">
                  <a:avLst/>
                </a:prstGeom>
                <a:blipFill>
                  <a:blip r:embed="rId3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3" name="テキスト ボックス 92">
                  <a:extLst>
                    <a:ext uri="{FF2B5EF4-FFF2-40B4-BE49-F238E27FC236}">
                      <a16:creationId xmlns:a16="http://schemas.microsoft.com/office/drawing/2014/main" id="{C86F138D-306F-40E3-BDA9-7FC512173B00}"/>
                    </a:ext>
                  </a:extLst>
                </p:cNvPr>
                <p:cNvSpPr txBox="1"/>
                <p:nvPr/>
              </p:nvSpPr>
              <p:spPr>
                <a:xfrm>
                  <a:off x="6690061" y="2296408"/>
                  <a:ext cx="45897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1" lang="ja-JP" altLang="en-US" dirty="0"/>
                </a:p>
              </p:txBody>
            </p:sp>
          </mc:Choice>
          <mc:Fallback>
            <p:sp>
              <p:nvSpPr>
                <p:cNvPr id="93" name="テキスト ボックス 92">
                  <a:extLst>
                    <a:ext uri="{FF2B5EF4-FFF2-40B4-BE49-F238E27FC236}">
                      <a16:creationId xmlns:a16="http://schemas.microsoft.com/office/drawing/2014/main" id="{C86F138D-306F-40E3-BDA9-7FC512173B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90061" y="2296408"/>
                  <a:ext cx="458972" cy="369332"/>
                </a:xfrm>
                <a:prstGeom prst="rect">
                  <a:avLst/>
                </a:prstGeom>
                <a:blipFill>
                  <a:blip r:embed="rId3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4" name="テキスト ボックス 93">
                  <a:extLst>
                    <a:ext uri="{FF2B5EF4-FFF2-40B4-BE49-F238E27FC236}">
                      <a16:creationId xmlns:a16="http://schemas.microsoft.com/office/drawing/2014/main" id="{C6964BD8-96B1-4928-9EEA-03CBD32C94FC}"/>
                    </a:ext>
                  </a:extLst>
                </p:cNvPr>
                <p:cNvSpPr txBox="1"/>
                <p:nvPr/>
              </p:nvSpPr>
              <p:spPr>
                <a:xfrm>
                  <a:off x="5709538" y="2296408"/>
                  <a:ext cx="47891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1" lang="ja-JP" altLang="en-US" dirty="0"/>
                </a:p>
              </p:txBody>
            </p:sp>
          </mc:Choice>
          <mc:Fallback>
            <p:sp>
              <p:nvSpPr>
                <p:cNvPr id="94" name="テキスト ボックス 93">
                  <a:extLst>
                    <a:ext uri="{FF2B5EF4-FFF2-40B4-BE49-F238E27FC236}">
                      <a16:creationId xmlns:a16="http://schemas.microsoft.com/office/drawing/2014/main" id="{C6964BD8-96B1-4928-9EEA-03CBD32C94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09538" y="2296408"/>
                  <a:ext cx="478913" cy="369332"/>
                </a:xfrm>
                <a:prstGeom prst="rect">
                  <a:avLst/>
                </a:prstGeom>
                <a:blipFill>
                  <a:blip r:embed="rId3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5" name="テキスト ボックス 94">
                  <a:extLst>
                    <a:ext uri="{FF2B5EF4-FFF2-40B4-BE49-F238E27FC236}">
                      <a16:creationId xmlns:a16="http://schemas.microsoft.com/office/drawing/2014/main" id="{4F32589D-E732-4609-9BE4-7F25D4D1F4BF}"/>
                    </a:ext>
                  </a:extLst>
                </p:cNvPr>
                <p:cNvSpPr txBox="1"/>
                <p:nvPr/>
              </p:nvSpPr>
              <p:spPr>
                <a:xfrm>
                  <a:off x="4729015" y="2296408"/>
                  <a:ext cx="48058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kumimoji="1" lang="ja-JP" altLang="en-US" dirty="0"/>
                </a:p>
              </p:txBody>
            </p:sp>
          </mc:Choice>
          <mc:Fallback>
            <p:sp>
              <p:nvSpPr>
                <p:cNvPr id="95" name="テキスト ボックス 94">
                  <a:extLst>
                    <a:ext uri="{FF2B5EF4-FFF2-40B4-BE49-F238E27FC236}">
                      <a16:creationId xmlns:a16="http://schemas.microsoft.com/office/drawing/2014/main" id="{4F32589D-E732-4609-9BE4-7F25D4D1F4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29015" y="2296408"/>
                  <a:ext cx="480581" cy="369332"/>
                </a:xfrm>
                <a:prstGeom prst="rect">
                  <a:avLst/>
                </a:prstGeom>
                <a:blipFill>
                  <a:blip r:embed="rId3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7135593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96</Words>
  <Application>Microsoft Office PowerPoint</Application>
  <PresentationFormat>ワイド画面</PresentationFormat>
  <Paragraphs>78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8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中野　浩嗣</dc:creator>
  <cp:lastModifiedBy>nakano</cp:lastModifiedBy>
  <cp:revision>9</cp:revision>
  <dcterms:created xsi:type="dcterms:W3CDTF">2025-12-04T23:28:40Z</dcterms:created>
  <dcterms:modified xsi:type="dcterms:W3CDTF">2026-01-03T06:06:06Z</dcterms:modified>
</cp:coreProperties>
</file>