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84" y="1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CA8BD8-3F76-448C-9EC3-9ACAC990C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4487B0D-585B-4CEF-9521-97D4EFA7EA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DEB4F3-EF5A-4767-A8AD-D4E71E2B0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110ABA-6D1D-4209-92F1-9D0F876E4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71D53B-1E92-488F-AE2A-CCAA42026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7830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512553-C3F8-4DDC-861C-3EF27F1A6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F008621-6684-49C8-883E-4C7ADC40A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329EF3-B53E-4B8A-B2E6-A39268364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9C84A8-CE21-4F4C-8784-8C1B070CA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C9BF0F-23D4-4AEC-9140-01D572B2A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1730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F76FE-8266-41DD-83A1-5157380F1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AC5A144-2A2B-4DF0-8E3F-151FFBDA43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81F5A0-32F5-4F28-9C98-EF9F0B8F0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097FA1-1522-4A6E-9687-A79D430D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305DC9-A944-45EC-803E-8DF6D4BCB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7715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E3DA3F-5A1B-42B6-AE7E-5A3768704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AB1AF8-42C1-4F8A-ACC4-455F479F88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EB2FFF8-2AE2-4E4E-AF5D-F0ACD31115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09B2120-2379-478C-A1C9-B25D77C2C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AF8A63-8CC3-447F-A08D-A16BDADCC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F9917C-D281-4B65-B02F-48D76332B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2758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130937-76BA-4980-93C7-0237CC8C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D1D50A8-AD34-459C-94EB-9DFDAE21B9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FE533B2-3CF2-46EC-A0A5-7555B53BE1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72C9A25-4910-4226-B5F5-0C083053ED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D9E8CFF-613A-4105-AECB-C80AB16E2F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B44C260-AC28-413F-A423-379ED4973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17DCEBA-2E64-4BBF-9C55-A05BA90A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9A78B20-2082-4DC7-922F-7CD7AD84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3567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439DC4-E237-4C2E-B934-81A401B76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2179B8B-21FA-42D7-BD23-76170ADE5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4BB4EF7-9896-4BBC-BCED-31BA01FA3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F38B41A-14CE-46B1-9F12-B928FEE79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0870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AD89B24-2332-4B40-9753-6F1964E2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065958F-20FA-4652-9846-5415BCC55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65CE8D0-B6CC-4204-A4A2-2B0E8A271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6386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2BA907-08A9-4CF7-9711-0C1614C9F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12AC17-A1A1-43BC-89BF-5BC51A90A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9151C08-0C74-41E2-8933-EC68499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4005F21-7A8D-4FBA-AE20-E5A5891C1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6A5F18-D394-4C43-9B56-62BFD7AAC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58E830F-C5D0-4CEF-AB5A-1ED88FD71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1413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6D8865-827E-4048-82A8-D6389B10D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BC9FEB6-28D9-4059-BC34-736DFE362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AEEE850-0867-44CF-8C0D-6693C2BBD4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EDA0B69-A449-4090-852F-778DDCB8B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036D26-8098-4206-849A-C505B532F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379A81-5F5E-4093-AF70-15009C42D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674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0EB472-009C-47AE-B284-3B371C1EF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5F7A93F-97E0-4CCB-94D2-68042EF61E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A5F6DB-AF79-44D7-A856-B58DC8F87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BCEAFF-B8AE-431A-BB41-161322A68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48062B-4BC5-4423-B759-E57721F04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2325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A03C26F-911F-483D-9D15-F71CFF759F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935B17F-5504-4A0B-82B0-8EAB7DEA8E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AAE869-5EE1-495A-B9EA-660B60DA6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F10953-EF03-47E4-9BC4-9C678E63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AD7EC5-806B-4D9A-8AC2-4F1F7D5BC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5371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B2E4B84-E530-434E-AB23-D960F5665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874A17F-EA6F-4B02-BA22-7F6B3BB24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53502C-7CE0-47E6-A641-95C1244B5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749A5A-0767-4D13-9CC0-3A877458899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64765A-0107-4632-ABB8-C1B4F51D51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4101EB-2050-43EC-8C8D-9544BF4B8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9847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26" Type="http://schemas.openxmlformats.org/officeDocument/2006/relationships/image" Target="../media/image36.png"/><Relationship Id="rId21" Type="http://schemas.openxmlformats.org/officeDocument/2006/relationships/image" Target="../media/image31.png"/><Relationship Id="rId34" Type="http://schemas.openxmlformats.org/officeDocument/2006/relationships/image" Target="../media/image44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5" Type="http://schemas.openxmlformats.org/officeDocument/2006/relationships/image" Target="../media/image35.png"/><Relationship Id="rId33" Type="http://schemas.openxmlformats.org/officeDocument/2006/relationships/image" Target="../media/image43.png"/><Relationship Id="rId38" Type="http://schemas.openxmlformats.org/officeDocument/2006/relationships/image" Target="../media/image48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29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24" Type="http://schemas.openxmlformats.org/officeDocument/2006/relationships/image" Target="../media/image34.png"/><Relationship Id="rId32" Type="http://schemas.openxmlformats.org/officeDocument/2006/relationships/image" Target="../media/image42.png"/><Relationship Id="rId37" Type="http://schemas.openxmlformats.org/officeDocument/2006/relationships/image" Target="../media/image47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23" Type="http://schemas.openxmlformats.org/officeDocument/2006/relationships/image" Target="../media/image33.png"/><Relationship Id="rId28" Type="http://schemas.openxmlformats.org/officeDocument/2006/relationships/image" Target="../media/image38.png"/><Relationship Id="rId36" Type="http://schemas.openxmlformats.org/officeDocument/2006/relationships/image" Target="../media/image46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31" Type="http://schemas.openxmlformats.org/officeDocument/2006/relationships/image" Target="../media/image41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Relationship Id="rId22" Type="http://schemas.openxmlformats.org/officeDocument/2006/relationships/image" Target="../media/image32.png"/><Relationship Id="rId27" Type="http://schemas.openxmlformats.org/officeDocument/2006/relationships/image" Target="../media/image37.png"/><Relationship Id="rId30" Type="http://schemas.openxmlformats.org/officeDocument/2006/relationships/image" Target="../media/image40.png"/><Relationship Id="rId35" Type="http://schemas.openxmlformats.org/officeDocument/2006/relationships/image" Target="../media/image45.png"/><Relationship Id="rId8" Type="http://schemas.openxmlformats.org/officeDocument/2006/relationships/image" Target="../media/image18.png"/><Relationship Id="rId3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7.png"/><Relationship Id="rId47" Type="http://schemas.openxmlformats.org/officeDocument/2006/relationships/image" Target="../media/image94.png"/><Relationship Id="rId63" Type="http://schemas.openxmlformats.org/officeDocument/2006/relationships/image" Target="../media/image110.png"/><Relationship Id="rId68" Type="http://schemas.openxmlformats.org/officeDocument/2006/relationships/image" Target="../media/image115.png"/><Relationship Id="rId89" Type="http://schemas.openxmlformats.org/officeDocument/2006/relationships/image" Target="../media/image136.png"/><Relationship Id="rId112" Type="http://schemas.openxmlformats.org/officeDocument/2006/relationships/image" Target="../media/image82.png"/><Relationship Id="rId133" Type="http://schemas.openxmlformats.org/officeDocument/2006/relationships/image" Target="../media/image107.png"/><Relationship Id="rId107" Type="http://schemas.openxmlformats.org/officeDocument/2006/relationships/image" Target="../media/image77.png"/><Relationship Id="rId74" Type="http://schemas.openxmlformats.org/officeDocument/2006/relationships/image" Target="../media/image63.png"/><Relationship Id="rId79" Type="http://schemas.openxmlformats.org/officeDocument/2006/relationships/image" Target="../media/image125.png"/><Relationship Id="rId102" Type="http://schemas.openxmlformats.org/officeDocument/2006/relationships/image" Target="../media/image72.png"/><Relationship Id="rId110" Type="http://schemas.openxmlformats.org/officeDocument/2006/relationships/image" Target="../media/image80.png"/><Relationship Id="rId115" Type="http://schemas.openxmlformats.org/officeDocument/2006/relationships/image" Target="../media/image85.png"/><Relationship Id="rId123" Type="http://schemas.openxmlformats.org/officeDocument/2006/relationships/image" Target="../media/image93.png"/><Relationship Id="rId128" Type="http://schemas.openxmlformats.org/officeDocument/2006/relationships/image" Target="../media/image102.png"/><Relationship Id="rId131" Type="http://schemas.openxmlformats.org/officeDocument/2006/relationships/image" Target="../media/image105.png"/><Relationship Id="rId136" Type="http://schemas.openxmlformats.org/officeDocument/2006/relationships/image" Target="../media/image114.png"/><Relationship Id="rId5" Type="http://schemas.openxmlformats.org/officeDocument/2006/relationships/image" Target="../media/image52.png"/><Relationship Id="rId61" Type="http://schemas.openxmlformats.org/officeDocument/2006/relationships/image" Target="../media/image108.png"/><Relationship Id="rId90" Type="http://schemas.openxmlformats.org/officeDocument/2006/relationships/image" Target="../media/image137.png"/><Relationship Id="rId95" Type="http://schemas.openxmlformats.org/officeDocument/2006/relationships/image" Target="../media/image142.png"/><Relationship Id="rId48" Type="http://schemas.openxmlformats.org/officeDocument/2006/relationships/image" Target="../media/image95.png"/><Relationship Id="rId64" Type="http://schemas.openxmlformats.org/officeDocument/2006/relationships/image" Target="../media/image111.png"/><Relationship Id="rId69" Type="http://schemas.openxmlformats.org/officeDocument/2006/relationships/image" Target="../media/image116.png"/><Relationship Id="rId77" Type="http://schemas.openxmlformats.org/officeDocument/2006/relationships/image" Target="../media/image66.png"/><Relationship Id="rId100" Type="http://schemas.openxmlformats.org/officeDocument/2006/relationships/image" Target="../media/image70.png"/><Relationship Id="rId105" Type="http://schemas.openxmlformats.org/officeDocument/2006/relationships/image" Target="../media/image75.png"/><Relationship Id="rId113" Type="http://schemas.openxmlformats.org/officeDocument/2006/relationships/image" Target="../media/image83.png"/><Relationship Id="rId118" Type="http://schemas.openxmlformats.org/officeDocument/2006/relationships/image" Target="../media/image88.png"/><Relationship Id="rId126" Type="http://schemas.openxmlformats.org/officeDocument/2006/relationships/image" Target="../media/image100.png"/><Relationship Id="rId134" Type="http://schemas.openxmlformats.org/officeDocument/2006/relationships/image" Target="../media/image112.png"/><Relationship Id="rId8" Type="http://schemas.openxmlformats.org/officeDocument/2006/relationships/image" Target="../media/image55.png"/><Relationship Id="rId51" Type="http://schemas.openxmlformats.org/officeDocument/2006/relationships/image" Target="../media/image57.png"/><Relationship Id="rId72" Type="http://schemas.openxmlformats.org/officeDocument/2006/relationships/image" Target="../media/image61.png"/><Relationship Id="rId80" Type="http://schemas.openxmlformats.org/officeDocument/2006/relationships/image" Target="../media/image126.png"/><Relationship Id="rId93" Type="http://schemas.openxmlformats.org/officeDocument/2006/relationships/image" Target="../media/image67.png"/><Relationship Id="rId98" Type="http://schemas.openxmlformats.org/officeDocument/2006/relationships/image" Target="../media/image145.png"/><Relationship Id="rId121" Type="http://schemas.openxmlformats.org/officeDocument/2006/relationships/image" Target="../media/image91.png"/><Relationship Id="rId3" Type="http://schemas.openxmlformats.org/officeDocument/2006/relationships/image" Target="../media/image50.png"/><Relationship Id="rId103" Type="http://schemas.openxmlformats.org/officeDocument/2006/relationships/image" Target="../media/image73.png"/><Relationship Id="rId108" Type="http://schemas.openxmlformats.org/officeDocument/2006/relationships/image" Target="../media/image78.png"/><Relationship Id="rId116" Type="http://schemas.openxmlformats.org/officeDocument/2006/relationships/image" Target="../media/image86.png"/><Relationship Id="rId124" Type="http://schemas.openxmlformats.org/officeDocument/2006/relationships/image" Target="../media/image98.png"/><Relationship Id="rId129" Type="http://schemas.openxmlformats.org/officeDocument/2006/relationships/image" Target="../media/image103.png"/><Relationship Id="rId62" Type="http://schemas.openxmlformats.org/officeDocument/2006/relationships/image" Target="../media/image109.png"/><Relationship Id="rId70" Type="http://schemas.openxmlformats.org/officeDocument/2006/relationships/image" Target="../media/image59.png"/><Relationship Id="rId75" Type="http://schemas.openxmlformats.org/officeDocument/2006/relationships/image" Target="../media/image64.png"/><Relationship Id="rId91" Type="http://schemas.openxmlformats.org/officeDocument/2006/relationships/image" Target="../media/image138.png"/><Relationship Id="rId96" Type="http://schemas.openxmlformats.org/officeDocument/2006/relationships/image" Target="../media/image68.png"/><Relationship Id="rId111" Type="http://schemas.openxmlformats.org/officeDocument/2006/relationships/image" Target="../media/image81.png"/><Relationship Id="rId13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49" Type="http://schemas.openxmlformats.org/officeDocument/2006/relationships/image" Target="../media/image96.png"/><Relationship Id="rId106" Type="http://schemas.openxmlformats.org/officeDocument/2006/relationships/image" Target="../media/image76.png"/><Relationship Id="rId114" Type="http://schemas.openxmlformats.org/officeDocument/2006/relationships/image" Target="../media/image84.png"/><Relationship Id="rId119" Type="http://schemas.openxmlformats.org/officeDocument/2006/relationships/image" Target="../media/image89.png"/><Relationship Id="rId127" Type="http://schemas.openxmlformats.org/officeDocument/2006/relationships/image" Target="../media/image101.png"/><Relationship Id="rId65" Type="http://schemas.openxmlformats.org/officeDocument/2006/relationships/image" Target="../media/image58.png"/><Relationship Id="rId73" Type="http://schemas.openxmlformats.org/officeDocument/2006/relationships/image" Target="../media/image62.png"/><Relationship Id="rId78" Type="http://schemas.openxmlformats.org/officeDocument/2006/relationships/image" Target="../media/image124.png"/><Relationship Id="rId81" Type="http://schemas.openxmlformats.org/officeDocument/2006/relationships/image" Target="../media/image127.png"/><Relationship Id="rId99" Type="http://schemas.openxmlformats.org/officeDocument/2006/relationships/image" Target="../media/image69.png"/><Relationship Id="rId101" Type="http://schemas.openxmlformats.org/officeDocument/2006/relationships/image" Target="../media/image71.png"/><Relationship Id="rId122" Type="http://schemas.openxmlformats.org/officeDocument/2006/relationships/image" Target="../media/image92.png"/><Relationship Id="rId130" Type="http://schemas.openxmlformats.org/officeDocument/2006/relationships/image" Target="../media/image104.png"/><Relationship Id="rId135" Type="http://schemas.openxmlformats.org/officeDocument/2006/relationships/image" Target="../media/image113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Relationship Id="rId109" Type="http://schemas.openxmlformats.org/officeDocument/2006/relationships/image" Target="../media/image79.png"/><Relationship Id="rId50" Type="http://schemas.openxmlformats.org/officeDocument/2006/relationships/image" Target="../media/image97.png"/><Relationship Id="rId76" Type="http://schemas.openxmlformats.org/officeDocument/2006/relationships/image" Target="../media/image65.png"/><Relationship Id="rId97" Type="http://schemas.openxmlformats.org/officeDocument/2006/relationships/image" Target="../media/image144.png"/><Relationship Id="rId104" Type="http://schemas.openxmlformats.org/officeDocument/2006/relationships/image" Target="../media/image74.png"/><Relationship Id="rId120" Type="http://schemas.openxmlformats.org/officeDocument/2006/relationships/image" Target="../media/image90.png"/><Relationship Id="rId125" Type="http://schemas.openxmlformats.org/officeDocument/2006/relationships/image" Target="../media/image99.png"/><Relationship Id="rId7" Type="http://schemas.openxmlformats.org/officeDocument/2006/relationships/image" Target="../media/image54.png"/><Relationship Id="rId71" Type="http://schemas.openxmlformats.org/officeDocument/2006/relationships/image" Target="../media/image60.png"/><Relationship Id="rId92" Type="http://schemas.openxmlformats.org/officeDocument/2006/relationships/image" Target="../media/image139.png"/><Relationship Id="rId2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C346AFB6-09A9-40FC-B672-F4791266123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526915"/>
                  </p:ext>
                </p:extLst>
              </p:nvPr>
            </p:nvGraphicFramePr>
            <p:xfrm>
              <a:off x="1924657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C346AFB6-09A9-40FC-B672-F4791266123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526915"/>
                  </p:ext>
                </p:extLst>
              </p:nvPr>
            </p:nvGraphicFramePr>
            <p:xfrm>
              <a:off x="1924657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1695" r="-305085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695" r="-20000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1695" r="-10339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1695" r="-3390" b="-305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100000" r="-30508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00000" r="-20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100000" r="-10339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100000" r="-3390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203390" r="-305085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03390" r="-20000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203390" r="-10339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203390" r="-3390" b="-10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303390" r="-305085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03390" r="-20000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303390" r="-10339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303390" r="-3390" b="-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47BB313B-80AB-4924-9FE2-AC163408B8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083553"/>
                  </p:ext>
                </p:extLst>
              </p:nvPr>
            </p:nvGraphicFramePr>
            <p:xfrm>
              <a:off x="3797959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游ゴシック" panose="020B0400000000000000" pitchFamily="50" charset="-128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47BB313B-80AB-4924-9FE2-AC163408B8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083553"/>
                  </p:ext>
                </p:extLst>
              </p:nvPr>
            </p:nvGraphicFramePr>
            <p:xfrm>
              <a:off x="3797959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1695" r="-305085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1695" r="-20000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1695" r="-10339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1695" r="-3390" b="-305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100000" r="-30508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100000" r="-20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100000" r="-10339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100000" r="-3390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203390" r="-305085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03390" r="-20000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203390" r="-10339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203390" r="-3390" b="-10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303390" r="-305085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303390" r="-20000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303390" r="-10339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303390" r="-3390" b="-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17114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B8C8D63A-F3E4-489B-923E-5514C682ED21}"/>
              </a:ext>
            </a:extLst>
          </p:cNvPr>
          <p:cNvGrpSpPr/>
          <p:nvPr/>
        </p:nvGrpSpPr>
        <p:grpSpPr>
          <a:xfrm>
            <a:off x="924571" y="950017"/>
            <a:ext cx="3090080" cy="2489870"/>
            <a:chOff x="924571" y="950017"/>
            <a:chExt cx="3090080" cy="2489870"/>
          </a:xfrm>
        </p:grpSpPr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B5C4AFB9-3AFD-402C-9604-3451ABAFED6D}"/>
                </a:ext>
              </a:extLst>
            </p:cNvPr>
            <p:cNvGrpSpPr/>
            <p:nvPr/>
          </p:nvGrpSpPr>
          <p:grpSpPr>
            <a:xfrm>
              <a:off x="1706880" y="1254034"/>
              <a:ext cx="2307771" cy="278675"/>
              <a:chOff x="1706880" y="1254034"/>
              <a:chExt cx="2307771" cy="278675"/>
            </a:xfrm>
          </p:grpSpPr>
          <p:sp>
            <p:nvSpPr>
              <p:cNvPr id="4" name="楕円 3">
                <a:extLst>
                  <a:ext uri="{FF2B5EF4-FFF2-40B4-BE49-F238E27FC236}">
                    <a16:creationId xmlns:a16="http://schemas.microsoft.com/office/drawing/2014/main" id="{954D4518-3D5D-4F31-B275-D6317E040278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楕円 17">
                <a:extLst>
                  <a:ext uri="{FF2B5EF4-FFF2-40B4-BE49-F238E27FC236}">
                    <a16:creationId xmlns:a16="http://schemas.microsoft.com/office/drawing/2014/main" id="{DFE7B651-7FD6-4BC3-8D98-F684D8A2C3A5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楕円 18">
                <a:extLst>
                  <a:ext uri="{FF2B5EF4-FFF2-40B4-BE49-F238E27FC236}">
                    <a16:creationId xmlns:a16="http://schemas.microsoft.com/office/drawing/2014/main" id="{E546F7E1-DFFB-41BE-ACB9-B12F1A9A60BF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B2249FF5-7284-4FD6-9016-1079E35DF959}"/>
                </a:ext>
              </a:extLst>
            </p:cNvPr>
            <p:cNvGrpSpPr/>
            <p:nvPr/>
          </p:nvGrpSpPr>
          <p:grpSpPr>
            <a:xfrm>
              <a:off x="1706880" y="2207623"/>
              <a:ext cx="2307771" cy="278675"/>
              <a:chOff x="1706880" y="1254034"/>
              <a:chExt cx="2307771" cy="278675"/>
            </a:xfrm>
          </p:grpSpPr>
          <p:sp>
            <p:nvSpPr>
              <p:cNvPr id="22" name="楕円 21">
                <a:extLst>
                  <a:ext uri="{FF2B5EF4-FFF2-40B4-BE49-F238E27FC236}">
                    <a16:creationId xmlns:a16="http://schemas.microsoft.com/office/drawing/2014/main" id="{E5605DAB-01AB-48FF-94AB-BC95E5B650FA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楕円 22">
                <a:extLst>
                  <a:ext uri="{FF2B5EF4-FFF2-40B4-BE49-F238E27FC236}">
                    <a16:creationId xmlns:a16="http://schemas.microsoft.com/office/drawing/2014/main" id="{8B9F2FDB-9C2C-4F94-AE0E-F40CA4B0CF4B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楕円 23">
                <a:extLst>
                  <a:ext uri="{FF2B5EF4-FFF2-40B4-BE49-F238E27FC236}">
                    <a16:creationId xmlns:a16="http://schemas.microsoft.com/office/drawing/2014/main" id="{36FAC5ED-6670-4CF7-9BFC-4319440C276F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5" name="グループ化 24">
              <a:extLst>
                <a:ext uri="{FF2B5EF4-FFF2-40B4-BE49-F238E27FC236}">
                  <a16:creationId xmlns:a16="http://schemas.microsoft.com/office/drawing/2014/main" id="{6CC17413-C3E6-4831-9E5C-623E20CFFDC6}"/>
                </a:ext>
              </a:extLst>
            </p:cNvPr>
            <p:cNvGrpSpPr/>
            <p:nvPr/>
          </p:nvGrpSpPr>
          <p:grpSpPr>
            <a:xfrm>
              <a:off x="1706880" y="3161212"/>
              <a:ext cx="2307771" cy="278675"/>
              <a:chOff x="1706880" y="1254034"/>
              <a:chExt cx="2307771" cy="278675"/>
            </a:xfrm>
          </p:grpSpPr>
          <p:sp>
            <p:nvSpPr>
              <p:cNvPr id="26" name="楕円 25">
                <a:extLst>
                  <a:ext uri="{FF2B5EF4-FFF2-40B4-BE49-F238E27FC236}">
                    <a16:creationId xmlns:a16="http://schemas.microsoft.com/office/drawing/2014/main" id="{C5CE0404-8512-42F5-8229-E82F02E9C8CF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楕円 26">
                <a:extLst>
                  <a:ext uri="{FF2B5EF4-FFF2-40B4-BE49-F238E27FC236}">
                    <a16:creationId xmlns:a16="http://schemas.microsoft.com/office/drawing/2014/main" id="{60472D44-9836-43B8-A92C-C8FE66FA5A27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8" name="楕円 27">
                <a:extLst>
                  <a:ext uri="{FF2B5EF4-FFF2-40B4-BE49-F238E27FC236}">
                    <a16:creationId xmlns:a16="http://schemas.microsoft.com/office/drawing/2014/main" id="{6392F111-975B-4540-AFD0-225E66F8E20D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E075A796-619B-4448-A58E-DB773C7EA41D}"/>
                </a:ext>
              </a:extLst>
            </p:cNvPr>
            <p:cNvGrpSpPr/>
            <p:nvPr/>
          </p:nvGrpSpPr>
          <p:grpSpPr>
            <a:xfrm>
              <a:off x="984182" y="950017"/>
              <a:ext cx="2913520" cy="373686"/>
              <a:chOff x="1280004" y="919536"/>
              <a:chExt cx="291352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テキスト ボックス 16">
                    <a:extLst>
                      <a:ext uri="{FF2B5EF4-FFF2-40B4-BE49-F238E27FC236}">
                        <a16:creationId xmlns:a16="http://schemas.microsoft.com/office/drawing/2014/main" id="{1E721D3E-07FC-40FD-8180-1CE3AD0747D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7" name="テキスト ボックス 16">
                    <a:extLst>
                      <a:ext uri="{FF2B5EF4-FFF2-40B4-BE49-F238E27FC236}">
                        <a16:creationId xmlns:a16="http://schemas.microsoft.com/office/drawing/2014/main" id="{1E721D3E-07FC-40FD-8180-1CE3AD074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747320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テキスト ボックス 28">
                    <a:extLst>
                      <a:ext uri="{FF2B5EF4-FFF2-40B4-BE49-F238E27FC236}">
                        <a16:creationId xmlns:a16="http://schemas.microsoft.com/office/drawing/2014/main" id="{003B9C99-AEE0-45E2-9D9E-DDE7BFDCFA92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9" name="テキスト ボックス 28">
                    <a:extLst>
                      <a:ext uri="{FF2B5EF4-FFF2-40B4-BE49-F238E27FC236}">
                        <a16:creationId xmlns:a16="http://schemas.microsoft.com/office/drawing/2014/main" id="{003B9C99-AEE0-45E2-9D9E-DDE7BFDCFA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459" r="-11475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テキスト ボックス 29">
                    <a:extLst>
                      <a:ext uri="{FF2B5EF4-FFF2-40B4-BE49-F238E27FC236}">
                        <a16:creationId xmlns:a16="http://schemas.microsoft.com/office/drawing/2014/main" id="{FCB2466C-B9A4-49C5-A061-A9746621A3C3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0" name="テキスト ボックス 29">
                    <a:extLst>
                      <a:ext uri="{FF2B5EF4-FFF2-40B4-BE49-F238E27FC236}">
                        <a16:creationId xmlns:a16="http://schemas.microsoft.com/office/drawing/2014/main" id="{FCB2466C-B9A4-49C5-A061-A9746621A3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875561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647F9E3E-CCBE-4D36-BBBA-9DDE0BBD91B8}"/>
                </a:ext>
              </a:extLst>
            </p:cNvPr>
            <p:cNvGrpSpPr/>
            <p:nvPr/>
          </p:nvGrpSpPr>
          <p:grpSpPr>
            <a:xfrm>
              <a:off x="924571" y="1919238"/>
              <a:ext cx="3041760" cy="373686"/>
              <a:chOff x="1280004" y="919536"/>
              <a:chExt cx="304176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D0ED91C-DD61-4D68-BD5F-555659F81800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D0ED91C-DD61-4D68-BD5F-555659F818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21A3DAD4-09C2-4FFC-A8A0-2D622BEFB99C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21A3DAD4-09C2-4FFC-A8A0-2D622BEFB9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459" r="-27869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テキスト ボックス 34">
                    <a:extLst>
                      <a:ext uri="{FF2B5EF4-FFF2-40B4-BE49-F238E27FC236}">
                        <a16:creationId xmlns:a16="http://schemas.microsoft.com/office/drawing/2014/main" id="{F0A1110E-2967-4851-AF27-7A4B71A77BDC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5" name="テキスト ボックス 34">
                    <a:extLst>
                      <a:ext uri="{FF2B5EF4-FFF2-40B4-BE49-F238E27FC236}">
                        <a16:creationId xmlns:a16="http://schemas.microsoft.com/office/drawing/2014/main" id="{F0A1110E-2967-4851-AF27-7A4B71A77B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F375AF02-448E-4C8C-950C-0DD8988D99E3}"/>
                </a:ext>
              </a:extLst>
            </p:cNvPr>
            <p:cNvGrpSpPr/>
            <p:nvPr/>
          </p:nvGrpSpPr>
          <p:grpSpPr>
            <a:xfrm>
              <a:off x="955474" y="2835032"/>
              <a:ext cx="3041760" cy="373686"/>
              <a:chOff x="1280004" y="919536"/>
              <a:chExt cx="304176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50623F74-B7D5-407F-87AB-71D76738E2DB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50623F74-B7D5-407F-87AB-71D76738E2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9C32AC4A-335E-4715-90CE-B22CBC09858C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9C32AC4A-335E-4715-90CE-B22CBC0985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459" r="-27869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テキスト ボックス 38">
                    <a:extLst>
                      <a:ext uri="{FF2B5EF4-FFF2-40B4-BE49-F238E27FC236}">
                        <a16:creationId xmlns:a16="http://schemas.microsoft.com/office/drawing/2014/main" id="{B6F16E49-AC85-4F43-A658-B5F20FAD2BB6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" name="テキスト ボックス 38">
                    <a:extLst>
                      <a:ext uri="{FF2B5EF4-FFF2-40B4-BE49-F238E27FC236}">
                        <a16:creationId xmlns:a16="http://schemas.microsoft.com/office/drawing/2014/main" id="{B6F16E49-AC85-4F43-A658-B5F20FAD2B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5FA559B0-254B-4363-9DEF-939D79D8CCA5}"/>
                </a:ext>
              </a:extLst>
            </p:cNvPr>
            <p:cNvCxnSpPr>
              <a:stCxn id="4" idx="6"/>
              <a:endCxn id="18" idx="2"/>
            </p:cNvCxnSpPr>
            <p:nvPr/>
          </p:nvCxnSpPr>
          <p:spPr>
            <a:xfrm>
              <a:off x="1985555" y="1393372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5F42B31-812D-4201-A831-C1A08318862D}"/>
                </a:ext>
              </a:extLst>
            </p:cNvPr>
            <p:cNvCxnSpPr>
              <a:cxnSpLocks/>
              <a:stCxn id="18" idx="6"/>
              <a:endCxn id="19" idx="2"/>
            </p:cNvCxnSpPr>
            <p:nvPr/>
          </p:nvCxnSpPr>
          <p:spPr>
            <a:xfrm>
              <a:off x="3000103" y="1393372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D805CF5F-3CAF-4D62-A573-9FE2896E2317}"/>
                </a:ext>
              </a:extLst>
            </p:cNvPr>
            <p:cNvCxnSpPr>
              <a:cxnSpLocks/>
              <a:stCxn id="19" idx="4"/>
            </p:cNvCxnSpPr>
            <p:nvPr/>
          </p:nvCxnSpPr>
          <p:spPr>
            <a:xfrm>
              <a:off x="3875314" y="1532709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F1D9C672-A13B-48D2-BB7B-FFA6EB696702}"/>
                </a:ext>
              </a:extLst>
            </p:cNvPr>
            <p:cNvCxnSpPr>
              <a:cxnSpLocks/>
              <a:stCxn id="24" idx="4"/>
            </p:cNvCxnSpPr>
            <p:nvPr/>
          </p:nvCxnSpPr>
          <p:spPr>
            <a:xfrm flipH="1">
              <a:off x="3875313" y="2486298"/>
              <a:ext cx="1" cy="68920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41BF49C8-6EEB-4DC2-9D18-DFC9E23B9228}"/>
                </a:ext>
              </a:extLst>
            </p:cNvPr>
            <p:cNvCxnSpPr>
              <a:cxnSpLocks/>
              <a:stCxn id="28" idx="2"/>
              <a:endCxn id="27" idx="6"/>
            </p:cNvCxnSpPr>
            <p:nvPr/>
          </p:nvCxnSpPr>
          <p:spPr>
            <a:xfrm flipH="1">
              <a:off x="3000103" y="3300550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48567B7A-D359-4540-B6D2-50E27F0BAA3A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flipV="1">
              <a:off x="2860766" y="2486298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86A3680D-E0BC-477D-8FDC-C61E3158A9C7}"/>
                </a:ext>
              </a:extLst>
            </p:cNvPr>
            <p:cNvCxnSpPr>
              <a:cxnSpLocks/>
              <a:stCxn id="23" idx="3"/>
              <a:endCxn id="26" idx="7"/>
            </p:cNvCxnSpPr>
            <p:nvPr/>
          </p:nvCxnSpPr>
          <p:spPr>
            <a:xfrm flipH="1">
              <a:off x="1944744" y="2445487"/>
              <a:ext cx="817495" cy="756536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6B30B241-C6F9-4990-B088-01CD7A82EABB}"/>
                </a:ext>
              </a:extLst>
            </p:cNvPr>
            <p:cNvCxnSpPr>
              <a:cxnSpLocks/>
              <a:endCxn id="4" idx="4"/>
            </p:cNvCxnSpPr>
            <p:nvPr/>
          </p:nvCxnSpPr>
          <p:spPr>
            <a:xfrm flipV="1">
              <a:off x="1846218" y="1532709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D53E8B7B-9583-44D6-AE72-70B5181140F6}"/>
                </a:ext>
              </a:extLst>
            </p:cNvPr>
            <p:cNvCxnSpPr>
              <a:cxnSpLocks/>
              <a:stCxn id="26" idx="0"/>
              <a:endCxn id="22" idx="4"/>
            </p:cNvCxnSpPr>
            <p:nvPr/>
          </p:nvCxnSpPr>
          <p:spPr>
            <a:xfrm flipV="1">
              <a:off x="1846218" y="2486298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8622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グループ化 95">
            <a:extLst>
              <a:ext uri="{FF2B5EF4-FFF2-40B4-BE49-F238E27FC236}">
                <a16:creationId xmlns:a16="http://schemas.microsoft.com/office/drawing/2014/main" id="{F6355958-D621-4BFA-80A3-BCB0228B76A4}"/>
              </a:ext>
            </a:extLst>
          </p:cNvPr>
          <p:cNvGrpSpPr/>
          <p:nvPr/>
        </p:nvGrpSpPr>
        <p:grpSpPr>
          <a:xfrm>
            <a:off x="4216574" y="930675"/>
            <a:ext cx="4409639" cy="1735065"/>
            <a:chOff x="4216574" y="930675"/>
            <a:chExt cx="4409639" cy="1735065"/>
          </a:xfrm>
        </p:grpSpPr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213F6164-36D7-4A09-AABD-2AB64711C9DF}"/>
                </a:ext>
              </a:extLst>
            </p:cNvPr>
            <p:cNvGrpSpPr/>
            <p:nvPr/>
          </p:nvGrpSpPr>
          <p:grpSpPr>
            <a:xfrm>
              <a:off x="4605867" y="1241778"/>
              <a:ext cx="3568734" cy="1151465"/>
              <a:chOff x="4605867" y="1241778"/>
              <a:chExt cx="3568734" cy="1151465"/>
            </a:xfrm>
          </p:grpSpPr>
          <p:sp>
            <p:nvSpPr>
              <p:cNvPr id="4" name="正方形/長方形 3">
                <a:extLst>
                  <a:ext uri="{FF2B5EF4-FFF2-40B4-BE49-F238E27FC236}">
                    <a16:creationId xmlns:a16="http://schemas.microsoft.com/office/drawing/2014/main" id="{9124E949-7670-40F9-B998-9712AE27DBCB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9ED8BF56-FEB2-42F8-A1B1-99F670C8B05D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a16:creationId xmlns:a16="http://schemas.microsoft.com/office/drawing/2014/main" id="{E4428747-68B6-4AE4-A579-77902EB6B775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36F3A831-DF11-4939-B265-A5E05CEF0ACF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36F3A831-DF11-4939-B265-A5E05CEF0A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FED35136-68C1-429D-B29A-C4595B04671E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FED35136-68C1-429D-B29A-C4595B0467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0D41143C-4AAE-4351-93DA-0CE96A9D06CF}"/>
                      </a:ext>
                    </a:extLst>
                  </p:cNvPr>
                  <p:cNvSpPr txBox="1"/>
                  <p:nvPr/>
                </p:nvSpPr>
                <p:spPr>
                  <a:xfrm>
                    <a:off x="4831602" y="1904577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0D41143C-4AAE-4351-93DA-0CE96A9D06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31602" y="1904577"/>
                    <a:ext cx="177869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直線コネクタ 12">
                <a:extLst>
                  <a:ext uri="{FF2B5EF4-FFF2-40B4-BE49-F238E27FC236}">
                    <a16:creationId xmlns:a16="http://schemas.microsoft.com/office/drawing/2014/main" id="{87F0D9C1-8826-46C4-8E39-039BBB4DF61B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テキスト ボックス 15">
                    <a:extLst>
                      <a:ext uri="{FF2B5EF4-FFF2-40B4-BE49-F238E27FC236}">
                        <a16:creationId xmlns:a16="http://schemas.microsoft.com/office/drawing/2014/main" id="{1D629205-D4AF-4224-A082-BAC0C51F490B}"/>
                      </a:ext>
                    </a:extLst>
                  </p:cNvPr>
                  <p:cNvSpPr txBox="1"/>
                  <p:nvPr/>
                </p:nvSpPr>
                <p:spPr>
                  <a:xfrm>
                    <a:off x="4615857" y="1676824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6" name="テキスト ボックス 15">
                    <a:extLst>
                      <a:ext uri="{FF2B5EF4-FFF2-40B4-BE49-F238E27FC236}">
                        <a16:creationId xmlns:a16="http://schemas.microsoft.com/office/drawing/2014/main" id="{1D629205-D4AF-4224-A082-BAC0C51F49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5857" y="1676824"/>
                    <a:ext cx="194220" cy="2769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テキスト ボックス 96">
                    <a:extLst>
                      <a:ext uri="{FF2B5EF4-FFF2-40B4-BE49-F238E27FC236}">
                        <a16:creationId xmlns:a16="http://schemas.microsoft.com/office/drawing/2014/main" id="{601C1E95-5641-4709-8E76-4BF03066FE28}"/>
                      </a:ext>
                    </a:extLst>
                  </p:cNvPr>
                  <p:cNvSpPr txBox="1"/>
                  <p:nvPr/>
                </p:nvSpPr>
                <p:spPr>
                  <a:xfrm>
                    <a:off x="5047030" y="1683667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7" name="テキスト ボックス 96">
                    <a:extLst>
                      <a:ext uri="{FF2B5EF4-FFF2-40B4-BE49-F238E27FC236}">
                        <a16:creationId xmlns:a16="http://schemas.microsoft.com/office/drawing/2014/main" id="{601C1E95-5641-4709-8E76-4BF03066FE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7030" y="1683667"/>
                    <a:ext cx="146770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7500" r="-29167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8" name="テキスト ボックス 97">
                    <a:extLst>
                      <a:ext uri="{FF2B5EF4-FFF2-40B4-BE49-F238E27FC236}">
                        <a16:creationId xmlns:a16="http://schemas.microsoft.com/office/drawing/2014/main" id="{45A793B1-5451-436D-A1EC-CCC5E1FB5FAC}"/>
                      </a:ext>
                    </a:extLst>
                  </p:cNvPr>
                  <p:cNvSpPr txBox="1"/>
                  <p:nvPr/>
                </p:nvSpPr>
                <p:spPr>
                  <a:xfrm>
                    <a:off x="5821110" y="1890273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8" name="テキスト ボックス 97">
                    <a:extLst>
                      <a:ext uri="{FF2B5EF4-FFF2-40B4-BE49-F238E27FC236}">
                        <a16:creationId xmlns:a16="http://schemas.microsoft.com/office/drawing/2014/main" id="{45A793B1-5451-436D-A1EC-CCC5E1FB5F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1110" y="1890273"/>
                    <a:ext cx="177869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テキスト ボックス 98">
                    <a:extLst>
                      <a:ext uri="{FF2B5EF4-FFF2-40B4-BE49-F238E27FC236}">
                        <a16:creationId xmlns:a16="http://schemas.microsoft.com/office/drawing/2014/main" id="{E6571EA1-39B7-4427-BD1F-D4D3902C6C16}"/>
                      </a:ext>
                    </a:extLst>
                  </p:cNvPr>
                  <p:cNvSpPr txBox="1"/>
                  <p:nvPr/>
                </p:nvSpPr>
                <p:spPr>
                  <a:xfrm>
                    <a:off x="5605365" y="1662520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9" name="テキスト ボックス 98">
                    <a:extLst>
                      <a:ext uri="{FF2B5EF4-FFF2-40B4-BE49-F238E27FC236}">
                        <a16:creationId xmlns:a16="http://schemas.microsoft.com/office/drawing/2014/main" id="{E6571EA1-39B7-4427-BD1F-D4D3902C6C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05365" y="1662520"/>
                    <a:ext cx="194220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129" r="-1290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テキスト ボックス 99">
                    <a:extLst>
                      <a:ext uri="{FF2B5EF4-FFF2-40B4-BE49-F238E27FC236}">
                        <a16:creationId xmlns:a16="http://schemas.microsoft.com/office/drawing/2014/main" id="{5C794254-1540-423B-8BBE-9C6B15C79796}"/>
                      </a:ext>
                    </a:extLst>
                  </p:cNvPr>
                  <p:cNvSpPr txBox="1"/>
                  <p:nvPr/>
                </p:nvSpPr>
                <p:spPr>
                  <a:xfrm>
                    <a:off x="6036538" y="1669363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0" name="テキスト ボックス 99">
                    <a:extLst>
                      <a:ext uri="{FF2B5EF4-FFF2-40B4-BE49-F238E27FC236}">
                        <a16:creationId xmlns:a16="http://schemas.microsoft.com/office/drawing/2014/main" id="{5C794254-1540-423B-8BBE-9C6B15C7979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36538" y="1669363"/>
                    <a:ext cx="146770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7500" r="-29167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テキスト ボックス 100">
                    <a:extLst>
                      <a:ext uri="{FF2B5EF4-FFF2-40B4-BE49-F238E27FC236}">
                        <a16:creationId xmlns:a16="http://schemas.microsoft.com/office/drawing/2014/main" id="{391E2766-3FD9-4E55-9E78-CC4A11856FF3}"/>
                      </a:ext>
                    </a:extLst>
                  </p:cNvPr>
                  <p:cNvSpPr txBox="1"/>
                  <p:nvPr/>
                </p:nvSpPr>
                <p:spPr>
                  <a:xfrm>
                    <a:off x="6810618" y="1875969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1" name="テキスト ボックス 100">
                    <a:extLst>
                      <a:ext uri="{FF2B5EF4-FFF2-40B4-BE49-F238E27FC236}">
                        <a16:creationId xmlns:a16="http://schemas.microsoft.com/office/drawing/2014/main" id="{391E2766-3FD9-4E55-9E78-CC4A11856F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0618" y="1875969"/>
                    <a:ext cx="177869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テキスト ボックス 101">
                    <a:extLst>
                      <a:ext uri="{FF2B5EF4-FFF2-40B4-BE49-F238E27FC236}">
                        <a16:creationId xmlns:a16="http://schemas.microsoft.com/office/drawing/2014/main" id="{4D63F693-6046-42F6-A192-87465BAB72A5}"/>
                      </a:ext>
                    </a:extLst>
                  </p:cNvPr>
                  <p:cNvSpPr txBox="1"/>
                  <p:nvPr/>
                </p:nvSpPr>
                <p:spPr>
                  <a:xfrm>
                    <a:off x="6594873" y="1648216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2" name="テキスト ボックス 101">
                    <a:extLst>
                      <a:ext uri="{FF2B5EF4-FFF2-40B4-BE49-F238E27FC236}">
                        <a16:creationId xmlns:a16="http://schemas.microsoft.com/office/drawing/2014/main" id="{4D63F693-6046-42F6-A192-87465BAB7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94873" y="1648216"/>
                    <a:ext cx="194220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テキスト ボックス 102">
                    <a:extLst>
                      <a:ext uri="{FF2B5EF4-FFF2-40B4-BE49-F238E27FC236}">
                        <a16:creationId xmlns:a16="http://schemas.microsoft.com/office/drawing/2014/main" id="{0647B45C-6064-4697-8F8F-3B19DE1B4F74}"/>
                      </a:ext>
                    </a:extLst>
                  </p:cNvPr>
                  <p:cNvSpPr txBox="1"/>
                  <p:nvPr/>
                </p:nvSpPr>
                <p:spPr>
                  <a:xfrm>
                    <a:off x="7026046" y="1655059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3" name="テキスト ボックス 102">
                    <a:extLst>
                      <a:ext uri="{FF2B5EF4-FFF2-40B4-BE49-F238E27FC236}">
                        <a16:creationId xmlns:a16="http://schemas.microsoft.com/office/drawing/2014/main" id="{0647B45C-6064-4697-8F8F-3B19DE1B4F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26046" y="1655059"/>
                    <a:ext cx="146770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7500" r="-29167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テキスト ボックス 103">
                    <a:extLst>
                      <a:ext uri="{FF2B5EF4-FFF2-40B4-BE49-F238E27FC236}">
                        <a16:creationId xmlns:a16="http://schemas.microsoft.com/office/drawing/2014/main" id="{FD52564A-2151-41E8-A714-6BA42653656C}"/>
                      </a:ext>
                    </a:extLst>
                  </p:cNvPr>
                  <p:cNvSpPr txBox="1"/>
                  <p:nvPr/>
                </p:nvSpPr>
                <p:spPr>
                  <a:xfrm>
                    <a:off x="7812403" y="1873151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4" name="テキスト ボックス 103">
                    <a:extLst>
                      <a:ext uri="{FF2B5EF4-FFF2-40B4-BE49-F238E27FC236}">
                        <a16:creationId xmlns:a16="http://schemas.microsoft.com/office/drawing/2014/main" id="{FD52564A-2151-41E8-A714-6BA4265365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12403" y="1873151"/>
                    <a:ext cx="17786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5" name="テキスト ボックス 104">
                    <a:extLst>
                      <a:ext uri="{FF2B5EF4-FFF2-40B4-BE49-F238E27FC236}">
                        <a16:creationId xmlns:a16="http://schemas.microsoft.com/office/drawing/2014/main" id="{7E607295-8D12-4A3A-BA42-D0940A08F755}"/>
                      </a:ext>
                    </a:extLst>
                  </p:cNvPr>
                  <p:cNvSpPr txBox="1"/>
                  <p:nvPr/>
                </p:nvSpPr>
                <p:spPr>
                  <a:xfrm>
                    <a:off x="7596658" y="1645398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5" name="テキスト ボックス 104">
                    <a:extLst>
                      <a:ext uri="{FF2B5EF4-FFF2-40B4-BE49-F238E27FC236}">
                        <a16:creationId xmlns:a16="http://schemas.microsoft.com/office/drawing/2014/main" id="{7E607295-8D12-4A3A-BA42-D0940A08F7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96658" y="1645398"/>
                    <a:ext cx="194220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6" name="テキスト ボックス 105">
                    <a:extLst>
                      <a:ext uri="{FF2B5EF4-FFF2-40B4-BE49-F238E27FC236}">
                        <a16:creationId xmlns:a16="http://schemas.microsoft.com/office/drawing/2014/main" id="{7AC2C735-45C6-476A-AA60-FDD3BBA8E119}"/>
                      </a:ext>
                    </a:extLst>
                  </p:cNvPr>
                  <p:cNvSpPr txBox="1"/>
                  <p:nvPr/>
                </p:nvSpPr>
                <p:spPr>
                  <a:xfrm>
                    <a:off x="8027831" y="1652241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6" name="テキスト ボックス 105">
                    <a:extLst>
                      <a:ext uri="{FF2B5EF4-FFF2-40B4-BE49-F238E27FC236}">
                        <a16:creationId xmlns:a16="http://schemas.microsoft.com/office/drawing/2014/main" id="{7AC2C735-45C6-476A-AA60-FDD3BBA8E1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27831" y="1652241"/>
                    <a:ext cx="146770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37500" r="-29167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42B01DF2-064D-44A2-ACD7-9631483A2D11}"/>
                </a:ext>
              </a:extLst>
            </p:cNvPr>
            <p:cNvGrpSpPr/>
            <p:nvPr/>
          </p:nvGrpSpPr>
          <p:grpSpPr>
            <a:xfrm>
              <a:off x="5593643" y="1239590"/>
              <a:ext cx="654755" cy="1151465"/>
              <a:chOff x="4605867" y="1241778"/>
              <a:chExt cx="654755" cy="1151465"/>
            </a:xfrm>
          </p:grpSpPr>
          <p:sp>
            <p:nvSpPr>
              <p:cNvPr id="39" name="正方形/長方形 38">
                <a:extLst>
                  <a:ext uri="{FF2B5EF4-FFF2-40B4-BE49-F238E27FC236}">
                    <a16:creationId xmlns:a16="http://schemas.microsoft.com/office/drawing/2014/main" id="{053F1B54-DBD9-403B-98A0-CF2CE8F57A59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40" name="直線コネクタ 39">
                <a:extLst>
                  <a:ext uri="{FF2B5EF4-FFF2-40B4-BE49-F238E27FC236}">
                    <a16:creationId xmlns:a16="http://schemas.microsoft.com/office/drawing/2014/main" id="{0F9218B5-D5E7-4E10-A1AD-D870103A403C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線コネクタ 40">
                <a:extLst>
                  <a:ext uri="{FF2B5EF4-FFF2-40B4-BE49-F238E27FC236}">
                    <a16:creationId xmlns:a16="http://schemas.microsoft.com/office/drawing/2014/main" id="{02B9871A-81C7-4F2A-A779-3782979CE778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C5E8382A-0CEE-474F-B5E1-CF67269D07B6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C5E8382A-0CEE-474F-B5E1-CF67269D0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テキスト ボックス 42">
                    <a:extLst>
                      <a:ext uri="{FF2B5EF4-FFF2-40B4-BE49-F238E27FC236}">
                        <a16:creationId xmlns:a16="http://schemas.microsoft.com/office/drawing/2014/main" id="{ED444454-2CAB-4E8E-9150-21FAF938F4A0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3" name="テキスト ボックス 42">
                    <a:extLst>
                      <a:ext uri="{FF2B5EF4-FFF2-40B4-BE49-F238E27FC236}">
                        <a16:creationId xmlns:a16="http://schemas.microsoft.com/office/drawing/2014/main" id="{ED444454-2CAB-4E8E-9150-21FAF938F4A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4242" r="-21212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59A3F15F-4836-466B-BEE1-3ECC210371E9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CDE1661E-E0A7-493D-94EA-FDD5CF1EFB3F}"/>
                </a:ext>
              </a:extLst>
            </p:cNvPr>
            <p:cNvGrpSpPr/>
            <p:nvPr/>
          </p:nvGrpSpPr>
          <p:grpSpPr>
            <a:xfrm>
              <a:off x="6581419" y="1237402"/>
              <a:ext cx="654755" cy="1151465"/>
              <a:chOff x="4605867" y="1241778"/>
              <a:chExt cx="654755" cy="1151465"/>
            </a:xfrm>
          </p:grpSpPr>
          <p:sp>
            <p:nvSpPr>
              <p:cNvPr id="49" name="正方形/長方形 48">
                <a:extLst>
                  <a:ext uri="{FF2B5EF4-FFF2-40B4-BE49-F238E27FC236}">
                    <a16:creationId xmlns:a16="http://schemas.microsoft.com/office/drawing/2014/main" id="{C3DFBC27-E53F-4A19-A063-F31529B73BB3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0" name="直線コネクタ 49">
                <a:extLst>
                  <a:ext uri="{FF2B5EF4-FFF2-40B4-BE49-F238E27FC236}">
                    <a16:creationId xmlns:a16="http://schemas.microsoft.com/office/drawing/2014/main" id="{327680CB-6453-4A4E-82AB-25B843DE96F7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線コネクタ 50">
                <a:extLst>
                  <a:ext uri="{FF2B5EF4-FFF2-40B4-BE49-F238E27FC236}">
                    <a16:creationId xmlns:a16="http://schemas.microsoft.com/office/drawing/2014/main" id="{BFC8C094-0190-4163-B1DB-F8D546E849F7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93F4E2D6-121D-44C3-B22D-F908E57BB69C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93F4E2D6-121D-44C3-B22D-F908E57BB6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47C8D55E-0BD1-4889-B238-36D99C1D3005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47C8D55E-0BD1-4889-B238-36D99C1D30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5" name="直線コネクタ 54">
                <a:extLst>
                  <a:ext uri="{FF2B5EF4-FFF2-40B4-BE49-F238E27FC236}">
                    <a16:creationId xmlns:a16="http://schemas.microsoft.com/office/drawing/2014/main" id="{473320C0-DF15-4A92-9519-1298BDB58B9D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グループ化 57">
              <a:extLst>
                <a:ext uri="{FF2B5EF4-FFF2-40B4-BE49-F238E27FC236}">
                  <a16:creationId xmlns:a16="http://schemas.microsoft.com/office/drawing/2014/main" id="{161A77F3-31F1-48B4-A2B3-0B672D410D9F}"/>
                </a:ext>
              </a:extLst>
            </p:cNvPr>
            <p:cNvGrpSpPr/>
            <p:nvPr/>
          </p:nvGrpSpPr>
          <p:grpSpPr>
            <a:xfrm>
              <a:off x="7569195" y="1235214"/>
              <a:ext cx="654755" cy="1151465"/>
              <a:chOff x="4605867" y="1241778"/>
              <a:chExt cx="654755" cy="1151465"/>
            </a:xfrm>
          </p:grpSpPr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949B84A8-70E2-47DD-9374-EA015B43EDA0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60" name="直線コネクタ 59">
                <a:extLst>
                  <a:ext uri="{FF2B5EF4-FFF2-40B4-BE49-F238E27FC236}">
                    <a16:creationId xmlns:a16="http://schemas.microsoft.com/office/drawing/2014/main" id="{7DF835C5-EDEE-4FA9-B40F-A1F8ACFB54F0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直線コネクタ 60">
                <a:extLst>
                  <a:ext uri="{FF2B5EF4-FFF2-40B4-BE49-F238E27FC236}">
                    <a16:creationId xmlns:a16="http://schemas.microsoft.com/office/drawing/2014/main" id="{6952DAC3-C9B3-446E-AC54-66588CFB7A9F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115CA2C1-7110-44F3-AE85-88A8B06174FB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115CA2C1-7110-44F3-AE85-88A8B0617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15152" r="-9091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テキスト ボックス 62">
                    <a:extLst>
                      <a:ext uri="{FF2B5EF4-FFF2-40B4-BE49-F238E27FC236}">
                        <a16:creationId xmlns:a16="http://schemas.microsoft.com/office/drawing/2014/main" id="{51CBBAB2-C33C-492F-92C8-B35A6BC463CF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3" name="テキスト ボックス 62">
                    <a:extLst>
                      <a:ext uri="{FF2B5EF4-FFF2-40B4-BE49-F238E27FC236}">
                        <a16:creationId xmlns:a16="http://schemas.microsoft.com/office/drawing/2014/main" id="{51CBBAB2-C33C-492F-92C8-B35A6BC463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5" name="直線コネクタ 64">
                <a:extLst>
                  <a:ext uri="{FF2B5EF4-FFF2-40B4-BE49-F238E27FC236}">
                    <a16:creationId xmlns:a16="http://schemas.microsoft.com/office/drawing/2014/main" id="{C3037EEF-9CE5-4AF8-AED6-851630044CD3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CFCF0D79-1369-40BB-88B6-A6674A90B47D}"/>
                </a:ext>
              </a:extLst>
            </p:cNvPr>
            <p:cNvCxnSpPr>
              <a:cxnSpLocks/>
              <a:stCxn id="4" idx="3"/>
              <a:endCxn id="39" idx="1"/>
            </p:cNvCxnSpPr>
            <p:nvPr/>
          </p:nvCxnSpPr>
          <p:spPr>
            <a:xfrm flipV="1">
              <a:off x="5260622" y="1815323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a16:creationId xmlns:a16="http://schemas.microsoft.com/office/drawing/2014/main" id="{3336D87D-EC42-499F-BA1C-412951BC5F58}"/>
                </a:ext>
              </a:extLst>
            </p:cNvPr>
            <p:cNvCxnSpPr/>
            <p:nvPr/>
          </p:nvCxnSpPr>
          <p:spPr>
            <a:xfrm flipV="1">
              <a:off x="6253393" y="1808759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コネクタ 73">
              <a:extLst>
                <a:ext uri="{FF2B5EF4-FFF2-40B4-BE49-F238E27FC236}">
                  <a16:creationId xmlns:a16="http://schemas.microsoft.com/office/drawing/2014/main" id="{81A72B20-B60A-496C-A383-0AD100082729}"/>
                </a:ext>
              </a:extLst>
            </p:cNvPr>
            <p:cNvCxnSpPr/>
            <p:nvPr/>
          </p:nvCxnSpPr>
          <p:spPr>
            <a:xfrm flipV="1">
              <a:off x="7246164" y="1802195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a16:creationId xmlns:a16="http://schemas.microsoft.com/office/drawing/2014/main" id="{F0BA8A1D-CD56-4DED-94F1-E3E5B506472D}"/>
                </a:ext>
              </a:extLst>
            </p:cNvPr>
            <p:cNvCxnSpPr/>
            <p:nvPr/>
          </p:nvCxnSpPr>
          <p:spPr>
            <a:xfrm flipV="1">
              <a:off x="8238935" y="1795631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線コネクタ 75">
              <a:extLst>
                <a:ext uri="{FF2B5EF4-FFF2-40B4-BE49-F238E27FC236}">
                  <a16:creationId xmlns:a16="http://schemas.microsoft.com/office/drawing/2014/main" id="{5BE5B2E3-D0EE-4D0B-A384-620652AD48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7836" y="1814228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テキスト ボックス 77">
                  <a:extLst>
                    <a:ext uri="{FF2B5EF4-FFF2-40B4-BE49-F238E27FC236}">
                      <a16:creationId xmlns:a16="http://schemas.microsoft.com/office/drawing/2014/main" id="{3F3CAFBE-10B5-41C8-BF7D-484453D3A0E6}"/>
                    </a:ext>
                  </a:extLst>
                </p:cNvPr>
                <p:cNvSpPr txBox="1"/>
                <p:nvPr/>
              </p:nvSpPr>
              <p:spPr>
                <a:xfrm>
                  <a:off x="7515137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78" name="テキスト ボックス 77">
                  <a:extLst>
                    <a:ext uri="{FF2B5EF4-FFF2-40B4-BE49-F238E27FC236}">
                      <a16:creationId xmlns:a16="http://schemas.microsoft.com/office/drawing/2014/main" id="{3F3CAFBE-10B5-41C8-BF7D-484453D3A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15137" y="932960"/>
                  <a:ext cx="4789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BD7365A1-C841-49E4-8FEB-3CB8F3E8067D}"/>
                    </a:ext>
                  </a:extLst>
                </p:cNvPr>
                <p:cNvSpPr txBox="1"/>
                <p:nvPr/>
              </p:nvSpPr>
              <p:spPr>
                <a:xfrm>
                  <a:off x="6534613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BD7365A1-C841-49E4-8FEB-3CB8F3E806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4613" y="932960"/>
                  <a:ext cx="47891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0A6892FF-1B22-4E2E-A3DE-1EB3E71FF042}"/>
                    </a:ext>
                  </a:extLst>
                </p:cNvPr>
                <p:cNvSpPr txBox="1"/>
                <p:nvPr/>
              </p:nvSpPr>
              <p:spPr>
                <a:xfrm>
                  <a:off x="5554090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0A6892FF-1B22-4E2E-A3DE-1EB3E71FF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090" y="932960"/>
                  <a:ext cx="478913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5C466D95-311A-4965-B6C1-4B2496823AC3}"/>
                    </a:ext>
                  </a:extLst>
                </p:cNvPr>
                <p:cNvSpPr txBox="1"/>
                <p:nvPr/>
              </p:nvSpPr>
              <p:spPr>
                <a:xfrm>
                  <a:off x="4573567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5C466D95-311A-4965-B6C1-4B2496823A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3567" y="932960"/>
                  <a:ext cx="478913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52CCFE32-55AC-4FF7-9419-2156A290764F}"/>
                    </a:ext>
                  </a:extLst>
                </p:cNvPr>
                <p:cNvSpPr txBox="1"/>
                <p:nvPr/>
              </p:nvSpPr>
              <p:spPr>
                <a:xfrm>
                  <a:off x="7854670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52CCFE32-55AC-4FF7-9419-2156A29076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670" y="930675"/>
                  <a:ext cx="478913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91E00282-BAA4-47CE-87E6-33DC21EA21DE}"/>
                    </a:ext>
                  </a:extLst>
                </p:cNvPr>
                <p:cNvSpPr txBox="1"/>
                <p:nvPr/>
              </p:nvSpPr>
              <p:spPr>
                <a:xfrm>
                  <a:off x="6874146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91E00282-BAA4-47CE-87E6-33DC21EA21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4146" y="930675"/>
                  <a:ext cx="478913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4B7BBFF8-24CC-4284-89C3-BC8B4781AF6A}"/>
                    </a:ext>
                  </a:extLst>
                </p:cNvPr>
                <p:cNvSpPr txBox="1"/>
                <p:nvPr/>
              </p:nvSpPr>
              <p:spPr>
                <a:xfrm>
                  <a:off x="5893623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4B7BBFF8-24CC-4284-89C3-BC8B4781AF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3623" y="930675"/>
                  <a:ext cx="478913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テキスト ボックス 85">
                  <a:extLst>
                    <a:ext uri="{FF2B5EF4-FFF2-40B4-BE49-F238E27FC236}">
                      <a16:creationId xmlns:a16="http://schemas.microsoft.com/office/drawing/2014/main" id="{3F2AA1DE-E7AA-4C05-A49A-790384B79B52}"/>
                    </a:ext>
                  </a:extLst>
                </p:cNvPr>
                <p:cNvSpPr txBox="1"/>
                <p:nvPr/>
              </p:nvSpPr>
              <p:spPr>
                <a:xfrm>
                  <a:off x="4913100" y="930675"/>
                  <a:ext cx="4805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6" name="テキスト ボックス 85">
                  <a:extLst>
                    <a:ext uri="{FF2B5EF4-FFF2-40B4-BE49-F238E27FC236}">
                      <a16:creationId xmlns:a16="http://schemas.microsoft.com/office/drawing/2014/main" id="{3F2AA1DE-E7AA-4C05-A49A-790384B79B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13100" y="930675"/>
                  <a:ext cx="480581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テキスト ボックス 86">
                  <a:extLst>
                    <a:ext uri="{FF2B5EF4-FFF2-40B4-BE49-F238E27FC236}">
                      <a16:creationId xmlns:a16="http://schemas.microsoft.com/office/drawing/2014/main" id="{5F91F447-3866-4539-9C4D-413E397997B3}"/>
                    </a:ext>
                  </a:extLst>
                </p:cNvPr>
                <p:cNvSpPr txBox="1"/>
                <p:nvPr/>
              </p:nvSpPr>
              <p:spPr>
                <a:xfrm>
                  <a:off x="8168332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7" name="テキスト ボックス 86">
                  <a:extLst>
                    <a:ext uri="{FF2B5EF4-FFF2-40B4-BE49-F238E27FC236}">
                      <a16:creationId xmlns:a16="http://schemas.microsoft.com/office/drawing/2014/main" id="{5F91F447-3866-4539-9C4D-413E397997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8332" y="1464121"/>
                  <a:ext cx="457881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テキスト ボックス 87">
                  <a:extLst>
                    <a:ext uri="{FF2B5EF4-FFF2-40B4-BE49-F238E27FC236}">
                      <a16:creationId xmlns:a16="http://schemas.microsoft.com/office/drawing/2014/main" id="{5800F669-DF54-4BE0-B365-5A0586458345}"/>
                    </a:ext>
                  </a:extLst>
                </p:cNvPr>
                <p:cNvSpPr txBox="1"/>
                <p:nvPr/>
              </p:nvSpPr>
              <p:spPr>
                <a:xfrm>
                  <a:off x="7187808" y="1464121"/>
                  <a:ext cx="4525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8" name="テキスト ボックス 87">
                  <a:extLst>
                    <a:ext uri="{FF2B5EF4-FFF2-40B4-BE49-F238E27FC236}">
                      <a16:creationId xmlns:a16="http://schemas.microsoft.com/office/drawing/2014/main" id="{5800F669-DF54-4BE0-B365-5A05864583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7808" y="1464121"/>
                  <a:ext cx="452560" cy="369332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01271BC5-A40E-4541-AFCC-F5F131AE23CF}"/>
                    </a:ext>
                  </a:extLst>
                </p:cNvPr>
                <p:cNvSpPr txBox="1"/>
                <p:nvPr/>
              </p:nvSpPr>
              <p:spPr>
                <a:xfrm>
                  <a:off x="6207285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01271BC5-A40E-4541-AFCC-F5F131AE23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7285" y="1464121"/>
                  <a:ext cx="457881" cy="369332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テキスト ボックス 89">
                  <a:extLst>
                    <a:ext uri="{FF2B5EF4-FFF2-40B4-BE49-F238E27FC236}">
                      <a16:creationId xmlns:a16="http://schemas.microsoft.com/office/drawing/2014/main" id="{FB35C9F2-BA5B-4EA0-962C-C84EBCFF1155}"/>
                    </a:ext>
                  </a:extLst>
                </p:cNvPr>
                <p:cNvSpPr txBox="1"/>
                <p:nvPr/>
              </p:nvSpPr>
              <p:spPr>
                <a:xfrm>
                  <a:off x="5226762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0" name="テキスト ボックス 89">
                  <a:extLst>
                    <a:ext uri="{FF2B5EF4-FFF2-40B4-BE49-F238E27FC236}">
                      <a16:creationId xmlns:a16="http://schemas.microsoft.com/office/drawing/2014/main" id="{FB35C9F2-BA5B-4EA0-962C-C84EBCFF11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6762" y="1464121"/>
                  <a:ext cx="457881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テキスト ボックス 90">
                  <a:extLst>
                    <a:ext uri="{FF2B5EF4-FFF2-40B4-BE49-F238E27FC236}">
                      <a16:creationId xmlns:a16="http://schemas.microsoft.com/office/drawing/2014/main" id="{C6395C4A-D99E-4206-849D-77E6EA3B30DC}"/>
                    </a:ext>
                  </a:extLst>
                </p:cNvPr>
                <p:cNvSpPr txBox="1"/>
                <p:nvPr/>
              </p:nvSpPr>
              <p:spPr>
                <a:xfrm>
                  <a:off x="4216574" y="1475977"/>
                  <a:ext cx="45788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1" name="テキスト ボックス 90">
                  <a:extLst>
                    <a:ext uri="{FF2B5EF4-FFF2-40B4-BE49-F238E27FC236}">
                      <a16:creationId xmlns:a16="http://schemas.microsoft.com/office/drawing/2014/main" id="{C6395C4A-D99E-4206-849D-77E6EA3B30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6574" y="1475977"/>
                  <a:ext cx="457882" cy="369332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テキスト ボックス 91">
                  <a:extLst>
                    <a:ext uri="{FF2B5EF4-FFF2-40B4-BE49-F238E27FC236}">
                      <a16:creationId xmlns:a16="http://schemas.microsoft.com/office/drawing/2014/main" id="{1A7ACE39-80D5-4082-9CE5-3D27F37CA15C}"/>
                    </a:ext>
                  </a:extLst>
                </p:cNvPr>
                <p:cNvSpPr txBox="1"/>
                <p:nvPr/>
              </p:nvSpPr>
              <p:spPr>
                <a:xfrm>
                  <a:off x="7670585" y="2296408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2" name="テキスト ボックス 91">
                  <a:extLst>
                    <a:ext uri="{FF2B5EF4-FFF2-40B4-BE49-F238E27FC236}">
                      <a16:creationId xmlns:a16="http://schemas.microsoft.com/office/drawing/2014/main" id="{1A7ACE39-80D5-4082-9CE5-3D27F37CA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585" y="2296408"/>
                  <a:ext cx="478913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テキスト ボックス 92">
                  <a:extLst>
                    <a:ext uri="{FF2B5EF4-FFF2-40B4-BE49-F238E27FC236}">
                      <a16:creationId xmlns:a16="http://schemas.microsoft.com/office/drawing/2014/main" id="{C86F138D-306F-40E3-BDA9-7FC512173B00}"/>
                    </a:ext>
                  </a:extLst>
                </p:cNvPr>
                <p:cNvSpPr txBox="1"/>
                <p:nvPr/>
              </p:nvSpPr>
              <p:spPr>
                <a:xfrm>
                  <a:off x="6690061" y="2296408"/>
                  <a:ext cx="4589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3" name="テキスト ボックス 92">
                  <a:extLst>
                    <a:ext uri="{FF2B5EF4-FFF2-40B4-BE49-F238E27FC236}">
                      <a16:creationId xmlns:a16="http://schemas.microsoft.com/office/drawing/2014/main" id="{C86F138D-306F-40E3-BDA9-7FC512173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0061" y="2296408"/>
                  <a:ext cx="458972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テキスト ボックス 93">
                  <a:extLst>
                    <a:ext uri="{FF2B5EF4-FFF2-40B4-BE49-F238E27FC236}">
                      <a16:creationId xmlns:a16="http://schemas.microsoft.com/office/drawing/2014/main" id="{C6964BD8-96B1-4928-9EEA-03CBD32C94FC}"/>
                    </a:ext>
                  </a:extLst>
                </p:cNvPr>
                <p:cNvSpPr txBox="1"/>
                <p:nvPr/>
              </p:nvSpPr>
              <p:spPr>
                <a:xfrm>
                  <a:off x="5709538" y="2296408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4" name="テキスト ボックス 93">
                  <a:extLst>
                    <a:ext uri="{FF2B5EF4-FFF2-40B4-BE49-F238E27FC236}">
                      <a16:creationId xmlns:a16="http://schemas.microsoft.com/office/drawing/2014/main" id="{C6964BD8-96B1-4928-9EEA-03CBD32C9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9538" y="2296408"/>
                  <a:ext cx="4789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テキスト ボックス 94">
                  <a:extLst>
                    <a:ext uri="{FF2B5EF4-FFF2-40B4-BE49-F238E27FC236}">
                      <a16:creationId xmlns:a16="http://schemas.microsoft.com/office/drawing/2014/main" id="{4F32589D-E732-4609-9BE4-7F25D4D1F4BF}"/>
                    </a:ext>
                  </a:extLst>
                </p:cNvPr>
                <p:cNvSpPr txBox="1"/>
                <p:nvPr/>
              </p:nvSpPr>
              <p:spPr>
                <a:xfrm>
                  <a:off x="4729015" y="2296408"/>
                  <a:ext cx="4805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5" name="テキスト ボックス 94">
                  <a:extLst>
                    <a:ext uri="{FF2B5EF4-FFF2-40B4-BE49-F238E27FC236}">
                      <a16:creationId xmlns:a16="http://schemas.microsoft.com/office/drawing/2014/main" id="{4F32589D-E732-4609-9BE4-7F25D4D1F4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9015" y="2296408"/>
                  <a:ext cx="480581" cy="369332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13559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FE79447-78AC-46DD-9E14-B9F5A710F1F6}"/>
              </a:ext>
            </a:extLst>
          </p:cNvPr>
          <p:cNvSpPr/>
          <p:nvPr/>
        </p:nvSpPr>
        <p:spPr>
          <a:xfrm>
            <a:off x="4578512" y="1510661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7" name="直線コネクタ 76">
            <a:extLst>
              <a:ext uri="{FF2B5EF4-FFF2-40B4-BE49-F238E27FC236}">
                <a16:creationId xmlns:a16="http://schemas.microsoft.com/office/drawing/2014/main" id="{E22BD3CB-4B79-4099-B2F1-F75A16B2993A}"/>
              </a:ext>
            </a:extLst>
          </p:cNvPr>
          <p:cNvCxnSpPr/>
          <p:nvPr/>
        </p:nvCxnSpPr>
        <p:spPr>
          <a:xfrm flipV="1">
            <a:off x="4781197" y="126896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コネクタ 77">
            <a:extLst>
              <a:ext uri="{FF2B5EF4-FFF2-40B4-BE49-F238E27FC236}">
                <a16:creationId xmlns:a16="http://schemas.microsoft.com/office/drawing/2014/main" id="{93A33232-9BBA-437E-8EA4-816B91FC12FC}"/>
              </a:ext>
            </a:extLst>
          </p:cNvPr>
          <p:cNvCxnSpPr/>
          <p:nvPr/>
        </p:nvCxnSpPr>
        <p:spPr>
          <a:xfrm flipV="1">
            <a:off x="5114219" y="126896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コネクタ 78">
            <a:extLst>
              <a:ext uri="{FF2B5EF4-FFF2-40B4-BE49-F238E27FC236}">
                <a16:creationId xmlns:a16="http://schemas.microsoft.com/office/drawing/2014/main" id="{F86E5755-91EE-4FC1-AF68-5A0C16A3A3D4}"/>
              </a:ext>
            </a:extLst>
          </p:cNvPr>
          <p:cNvCxnSpPr/>
          <p:nvPr/>
        </p:nvCxnSpPr>
        <p:spPr>
          <a:xfrm flipV="1">
            <a:off x="5768973" y="126677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コネクタ 79">
            <a:extLst>
              <a:ext uri="{FF2B5EF4-FFF2-40B4-BE49-F238E27FC236}">
                <a16:creationId xmlns:a16="http://schemas.microsoft.com/office/drawing/2014/main" id="{F72499FB-7872-4B09-B9F5-67D017D33DFD}"/>
              </a:ext>
            </a:extLst>
          </p:cNvPr>
          <p:cNvCxnSpPr/>
          <p:nvPr/>
        </p:nvCxnSpPr>
        <p:spPr>
          <a:xfrm flipV="1">
            <a:off x="6101995" y="126677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線コネクタ 80">
            <a:extLst>
              <a:ext uri="{FF2B5EF4-FFF2-40B4-BE49-F238E27FC236}">
                <a16:creationId xmlns:a16="http://schemas.microsoft.com/office/drawing/2014/main" id="{96C09BEB-5162-42BE-8CF0-7B3CFC54D061}"/>
              </a:ext>
            </a:extLst>
          </p:cNvPr>
          <p:cNvCxnSpPr/>
          <p:nvPr/>
        </p:nvCxnSpPr>
        <p:spPr>
          <a:xfrm flipV="1">
            <a:off x="6756749" y="126459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コネクタ 81">
            <a:extLst>
              <a:ext uri="{FF2B5EF4-FFF2-40B4-BE49-F238E27FC236}">
                <a16:creationId xmlns:a16="http://schemas.microsoft.com/office/drawing/2014/main" id="{60F3CC14-D212-4B5F-B1C6-C760EBA09E72}"/>
              </a:ext>
            </a:extLst>
          </p:cNvPr>
          <p:cNvCxnSpPr/>
          <p:nvPr/>
        </p:nvCxnSpPr>
        <p:spPr>
          <a:xfrm flipV="1">
            <a:off x="7089771" y="126459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コネクタ 82">
            <a:extLst>
              <a:ext uri="{FF2B5EF4-FFF2-40B4-BE49-F238E27FC236}">
                <a16:creationId xmlns:a16="http://schemas.microsoft.com/office/drawing/2014/main" id="{04290BB7-79FA-4226-849C-402F9861D7A3}"/>
              </a:ext>
            </a:extLst>
          </p:cNvPr>
          <p:cNvCxnSpPr/>
          <p:nvPr/>
        </p:nvCxnSpPr>
        <p:spPr>
          <a:xfrm flipV="1">
            <a:off x="7744525" y="1262403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>
            <a:extLst>
              <a:ext uri="{FF2B5EF4-FFF2-40B4-BE49-F238E27FC236}">
                <a16:creationId xmlns:a16="http://schemas.microsoft.com/office/drawing/2014/main" id="{56626D5B-DD2A-41FE-8CDF-5F2A67BABC60}"/>
              </a:ext>
            </a:extLst>
          </p:cNvPr>
          <p:cNvCxnSpPr/>
          <p:nvPr/>
        </p:nvCxnSpPr>
        <p:spPr>
          <a:xfrm flipV="1">
            <a:off x="8077547" y="1262403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7D8EDB90-A8A2-4A21-B408-730EF4695274}"/>
                  </a:ext>
                </a:extLst>
              </p:cNvPr>
              <p:cNvSpPr txBox="1"/>
              <p:nvPr/>
            </p:nvSpPr>
            <p:spPr>
              <a:xfrm>
                <a:off x="7530736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7D8EDB90-A8A2-4A21-B408-730EF4695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0736" y="1433201"/>
                <a:ext cx="48596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テキスト ボックス 93">
                <a:extLst>
                  <a:ext uri="{FF2B5EF4-FFF2-40B4-BE49-F238E27FC236}">
                    <a16:creationId xmlns:a16="http://schemas.microsoft.com/office/drawing/2014/main" id="{D76A70BC-C4F2-478A-9A11-763B3B5BA9A0}"/>
                  </a:ext>
                </a:extLst>
              </p:cNvPr>
              <p:cNvSpPr txBox="1"/>
              <p:nvPr/>
            </p:nvSpPr>
            <p:spPr>
              <a:xfrm>
                <a:off x="6559448" y="1433201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4" name="テキスト ボックス 93">
                <a:extLst>
                  <a:ext uri="{FF2B5EF4-FFF2-40B4-BE49-F238E27FC236}">
                    <a16:creationId xmlns:a16="http://schemas.microsoft.com/office/drawing/2014/main" id="{D76A70BC-C4F2-478A-9A11-763B3B5BA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448" y="1433201"/>
                <a:ext cx="48064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657ED2B3-09D2-4DAB-9191-40C166096A7A}"/>
                  </a:ext>
                </a:extLst>
              </p:cNvPr>
              <p:cNvSpPr txBox="1"/>
              <p:nvPr/>
            </p:nvSpPr>
            <p:spPr>
              <a:xfrm>
                <a:off x="5578925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657ED2B3-09D2-4DAB-9191-40C166096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8925" y="1433201"/>
                <a:ext cx="48596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0FDD07F7-DA48-4C17-A8AC-075163592850}"/>
                  </a:ext>
                </a:extLst>
              </p:cNvPr>
              <p:cNvSpPr txBox="1"/>
              <p:nvPr/>
            </p:nvSpPr>
            <p:spPr>
              <a:xfrm>
                <a:off x="4598402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0FDD07F7-DA48-4C17-A8AC-0751635928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8402" y="1433201"/>
                <a:ext cx="48596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6F79454F-DD2C-4232-8758-3F4359D132D4}"/>
                  </a:ext>
                </a:extLst>
              </p:cNvPr>
              <p:cNvSpPr txBox="1"/>
              <p:nvPr/>
            </p:nvSpPr>
            <p:spPr>
              <a:xfrm>
                <a:off x="7879505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6F79454F-DD2C-4232-8758-3F4359D13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505" y="1430916"/>
                <a:ext cx="47545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434DC442-2477-43BD-9913-7BDAA458B028}"/>
                  </a:ext>
                </a:extLst>
              </p:cNvPr>
              <p:cNvSpPr txBox="1"/>
              <p:nvPr/>
            </p:nvSpPr>
            <p:spPr>
              <a:xfrm>
                <a:off x="6898981" y="1430916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434DC442-2477-43BD-9913-7BDAA458B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981" y="1430916"/>
                <a:ext cx="47012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619E07CF-1186-4D04-8A65-0397E9B889B0}"/>
                  </a:ext>
                </a:extLst>
              </p:cNvPr>
              <p:cNvSpPr txBox="1"/>
              <p:nvPr/>
            </p:nvSpPr>
            <p:spPr>
              <a:xfrm>
                <a:off x="5918458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619E07CF-1186-4D04-8A65-0397E9B88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8458" y="1430916"/>
                <a:ext cx="475451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4216AAF4-AFF6-4887-953A-306221ACA84D}"/>
                  </a:ext>
                </a:extLst>
              </p:cNvPr>
              <p:cNvSpPr txBox="1"/>
              <p:nvPr/>
            </p:nvSpPr>
            <p:spPr>
              <a:xfrm>
                <a:off x="4937935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4216AAF4-AFF6-4887-953A-306221ACA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935" y="1430916"/>
                <a:ext cx="47545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テキスト ボックス 100">
                <a:extLst>
                  <a:ext uri="{FF2B5EF4-FFF2-40B4-BE49-F238E27FC236}">
                    <a16:creationId xmlns:a16="http://schemas.microsoft.com/office/drawing/2014/main" id="{24DA2D64-7544-42EE-9CB1-84E9BF22921A}"/>
                  </a:ext>
                </a:extLst>
              </p:cNvPr>
              <p:cNvSpPr txBox="1"/>
              <p:nvPr/>
            </p:nvSpPr>
            <p:spPr>
              <a:xfrm>
                <a:off x="4912366" y="1853635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1" name="テキスト ボックス 100">
                <a:extLst>
                  <a:ext uri="{FF2B5EF4-FFF2-40B4-BE49-F238E27FC236}">
                    <a16:creationId xmlns:a16="http://schemas.microsoft.com/office/drawing/2014/main" id="{24DA2D64-7544-42EE-9CB1-84E9BF229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2366" y="1853635"/>
                <a:ext cx="274819" cy="276999"/>
              </a:xfrm>
              <a:prstGeom prst="rect">
                <a:avLst/>
              </a:prstGeom>
              <a:blipFill>
                <a:blip r:embed="rId47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テキスト ボックス 101">
                <a:extLst>
                  <a:ext uri="{FF2B5EF4-FFF2-40B4-BE49-F238E27FC236}">
                    <a16:creationId xmlns:a16="http://schemas.microsoft.com/office/drawing/2014/main" id="{CF5DA792-364D-44C9-8CF0-0986918E898F}"/>
                  </a:ext>
                </a:extLst>
              </p:cNvPr>
              <p:cNvSpPr txBox="1"/>
              <p:nvPr/>
            </p:nvSpPr>
            <p:spPr>
              <a:xfrm>
                <a:off x="5901874" y="1839331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2" name="テキスト ボックス 101">
                <a:extLst>
                  <a:ext uri="{FF2B5EF4-FFF2-40B4-BE49-F238E27FC236}">
                    <a16:creationId xmlns:a16="http://schemas.microsoft.com/office/drawing/2014/main" id="{CF5DA792-364D-44C9-8CF0-0986918E8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874" y="1839331"/>
                <a:ext cx="274819" cy="276999"/>
              </a:xfrm>
              <a:prstGeom prst="rect">
                <a:avLst/>
              </a:prstGeom>
              <a:blipFill>
                <a:blip r:embed="rId48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テキスト ボックス 102">
                <a:extLst>
                  <a:ext uri="{FF2B5EF4-FFF2-40B4-BE49-F238E27FC236}">
                    <a16:creationId xmlns:a16="http://schemas.microsoft.com/office/drawing/2014/main" id="{19D8324A-77AB-4A01-9954-255B6B6CEB91}"/>
                  </a:ext>
                </a:extLst>
              </p:cNvPr>
              <p:cNvSpPr txBox="1"/>
              <p:nvPr/>
            </p:nvSpPr>
            <p:spPr>
              <a:xfrm>
                <a:off x="6891382" y="1825027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3" name="テキスト ボックス 102">
                <a:extLst>
                  <a:ext uri="{FF2B5EF4-FFF2-40B4-BE49-F238E27FC236}">
                    <a16:creationId xmlns:a16="http://schemas.microsoft.com/office/drawing/2014/main" id="{19D8324A-77AB-4A01-9954-255B6B6CE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1382" y="1825027"/>
                <a:ext cx="269497" cy="276999"/>
              </a:xfrm>
              <a:prstGeom prst="rect">
                <a:avLst/>
              </a:prstGeom>
              <a:blipFill>
                <a:blip r:embed="rId49"/>
                <a:stretch>
                  <a:fillRect l="-11111" r="-4444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テキスト ボックス 103">
                <a:extLst>
                  <a:ext uri="{FF2B5EF4-FFF2-40B4-BE49-F238E27FC236}">
                    <a16:creationId xmlns:a16="http://schemas.microsoft.com/office/drawing/2014/main" id="{C16AB62E-842B-4D2E-B5DE-172175E330EE}"/>
                  </a:ext>
                </a:extLst>
              </p:cNvPr>
              <p:cNvSpPr txBox="1"/>
              <p:nvPr/>
            </p:nvSpPr>
            <p:spPr>
              <a:xfrm>
                <a:off x="7893167" y="1822209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4" name="テキスト ボックス 103">
                <a:extLst>
                  <a:ext uri="{FF2B5EF4-FFF2-40B4-BE49-F238E27FC236}">
                    <a16:creationId xmlns:a16="http://schemas.microsoft.com/office/drawing/2014/main" id="{C16AB62E-842B-4D2E-B5DE-172175E33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167" y="1822209"/>
                <a:ext cx="274819" cy="276999"/>
              </a:xfrm>
              <a:prstGeom prst="rect">
                <a:avLst/>
              </a:prstGeom>
              <a:blipFill>
                <a:blip r:embed="rId50"/>
                <a:stretch>
                  <a:fillRect l="-8889" r="-6667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52987EE4-22E7-474E-8749-636E79534E07}"/>
                  </a:ext>
                </a:extLst>
              </p:cNvPr>
              <p:cNvSpPr txBox="1"/>
              <p:nvPr/>
            </p:nvSpPr>
            <p:spPr>
              <a:xfrm>
                <a:off x="4597045" y="1727641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52987EE4-22E7-474E-8749-636E79534E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7045" y="1727641"/>
                <a:ext cx="270330" cy="276999"/>
              </a:xfrm>
              <a:prstGeom prst="rect">
                <a:avLst/>
              </a:prstGeom>
              <a:blipFill>
                <a:blip r:embed="rId51"/>
                <a:stretch>
                  <a:fillRect l="-9091" r="-9091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直線コネクタ 105">
            <a:extLst>
              <a:ext uri="{FF2B5EF4-FFF2-40B4-BE49-F238E27FC236}">
                <a16:creationId xmlns:a16="http://schemas.microsoft.com/office/drawing/2014/main" id="{4FB5979B-F689-44D3-820E-7A861584620A}"/>
              </a:ext>
            </a:extLst>
          </p:cNvPr>
          <p:cNvCxnSpPr>
            <a:cxnSpLocks/>
          </p:cNvCxnSpPr>
          <p:nvPr/>
        </p:nvCxnSpPr>
        <p:spPr>
          <a:xfrm>
            <a:off x="4026477" y="1865045"/>
            <a:ext cx="5455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40657BDE-00DA-4A39-BFF1-E85F33CAC4DC}"/>
              </a:ext>
            </a:extLst>
          </p:cNvPr>
          <p:cNvSpPr/>
          <p:nvPr/>
        </p:nvSpPr>
        <p:spPr>
          <a:xfrm>
            <a:off x="3823792" y="2697610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0" name="直線コネクタ 109">
            <a:extLst>
              <a:ext uri="{FF2B5EF4-FFF2-40B4-BE49-F238E27FC236}">
                <a16:creationId xmlns:a16="http://schemas.microsoft.com/office/drawing/2014/main" id="{D4A37581-51C8-4215-AC19-AAD7EB689E68}"/>
              </a:ext>
            </a:extLst>
          </p:cNvPr>
          <p:cNvCxnSpPr>
            <a:cxnSpLocks/>
          </p:cNvCxnSpPr>
          <p:nvPr/>
        </p:nvCxnSpPr>
        <p:spPr>
          <a:xfrm flipV="1">
            <a:off x="4026477" y="1862857"/>
            <a:ext cx="0" cy="8414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線コネクタ 110">
            <a:extLst>
              <a:ext uri="{FF2B5EF4-FFF2-40B4-BE49-F238E27FC236}">
                <a16:creationId xmlns:a16="http://schemas.microsoft.com/office/drawing/2014/main" id="{52820DA1-A63C-4134-92DB-60654C84611B}"/>
              </a:ext>
            </a:extLst>
          </p:cNvPr>
          <p:cNvCxnSpPr/>
          <p:nvPr/>
        </p:nvCxnSpPr>
        <p:spPr>
          <a:xfrm flipV="1">
            <a:off x="4359499" y="2455916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コネクタ 112">
            <a:extLst>
              <a:ext uri="{FF2B5EF4-FFF2-40B4-BE49-F238E27FC236}">
                <a16:creationId xmlns:a16="http://schemas.microsoft.com/office/drawing/2014/main" id="{1BD5AC1F-26CD-4F96-935E-F2CC485E8AE6}"/>
              </a:ext>
            </a:extLst>
          </p:cNvPr>
          <p:cNvCxnSpPr/>
          <p:nvPr/>
        </p:nvCxnSpPr>
        <p:spPr>
          <a:xfrm flipV="1">
            <a:off x="5347275" y="2453728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コネクタ 114">
            <a:extLst>
              <a:ext uri="{FF2B5EF4-FFF2-40B4-BE49-F238E27FC236}">
                <a16:creationId xmlns:a16="http://schemas.microsoft.com/office/drawing/2014/main" id="{5D27213A-07D3-4C1F-B2A0-9622F7DC91C1}"/>
              </a:ext>
            </a:extLst>
          </p:cNvPr>
          <p:cNvCxnSpPr/>
          <p:nvPr/>
        </p:nvCxnSpPr>
        <p:spPr>
          <a:xfrm flipV="1">
            <a:off x="6335051" y="2451540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9" name="グループ化 138">
            <a:extLst>
              <a:ext uri="{FF2B5EF4-FFF2-40B4-BE49-F238E27FC236}">
                <a16:creationId xmlns:a16="http://schemas.microsoft.com/office/drawing/2014/main" id="{DEA4BC80-1B59-469A-871D-341D8AEECD2E}"/>
              </a:ext>
            </a:extLst>
          </p:cNvPr>
          <p:cNvGrpSpPr/>
          <p:nvPr/>
        </p:nvGrpSpPr>
        <p:grpSpPr>
          <a:xfrm>
            <a:off x="5014253" y="2165415"/>
            <a:ext cx="1975552" cy="516253"/>
            <a:chOff x="5014253" y="2165416"/>
            <a:chExt cx="1975552" cy="485870"/>
          </a:xfrm>
        </p:grpSpPr>
        <p:cxnSp>
          <p:nvCxnSpPr>
            <p:cNvPr id="112" name="直線コネクタ 111">
              <a:extLst>
                <a:ext uri="{FF2B5EF4-FFF2-40B4-BE49-F238E27FC236}">
                  <a16:creationId xmlns:a16="http://schemas.microsoft.com/office/drawing/2014/main" id="{7D6C779A-4F4D-4CC4-AFF1-25352EAE5A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4253" y="2165416"/>
              <a:ext cx="0" cy="4858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コネクタ 113">
              <a:extLst>
                <a:ext uri="{FF2B5EF4-FFF2-40B4-BE49-F238E27FC236}">
                  <a16:creationId xmlns:a16="http://schemas.microsoft.com/office/drawing/2014/main" id="{1173529D-6714-4D45-9CE7-E5F2390565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02029" y="2165416"/>
              <a:ext cx="0" cy="48368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コネクタ 115">
              <a:extLst>
                <a:ext uri="{FF2B5EF4-FFF2-40B4-BE49-F238E27FC236}">
                  <a16:creationId xmlns:a16="http://schemas.microsoft.com/office/drawing/2014/main" id="{B8C27832-C06F-4612-9BEB-45419F9E70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9805" y="2165416"/>
              <a:ext cx="0" cy="4814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7" name="直線コネクタ 116">
            <a:extLst>
              <a:ext uri="{FF2B5EF4-FFF2-40B4-BE49-F238E27FC236}">
                <a16:creationId xmlns:a16="http://schemas.microsoft.com/office/drawing/2014/main" id="{8C759433-A72D-4410-9EA7-042E77C63BD7}"/>
              </a:ext>
            </a:extLst>
          </p:cNvPr>
          <p:cNvCxnSpPr/>
          <p:nvPr/>
        </p:nvCxnSpPr>
        <p:spPr>
          <a:xfrm flipV="1">
            <a:off x="7322827" y="2449352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テキスト ボックス 125">
                <a:extLst>
                  <a:ext uri="{FF2B5EF4-FFF2-40B4-BE49-F238E27FC236}">
                    <a16:creationId xmlns:a16="http://schemas.microsoft.com/office/drawing/2014/main" id="{D38D0142-84A3-462D-8071-CC5ADC74BED0}"/>
                  </a:ext>
                </a:extLst>
              </p:cNvPr>
              <p:cNvSpPr txBox="1"/>
              <p:nvPr/>
            </p:nvSpPr>
            <p:spPr>
              <a:xfrm>
                <a:off x="4157646" y="3040584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6" name="テキスト ボックス 125">
                <a:extLst>
                  <a:ext uri="{FF2B5EF4-FFF2-40B4-BE49-F238E27FC236}">
                    <a16:creationId xmlns:a16="http://schemas.microsoft.com/office/drawing/2014/main" id="{D38D0142-84A3-462D-8071-CC5ADC74B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646" y="3040584"/>
                <a:ext cx="274819" cy="276999"/>
              </a:xfrm>
              <a:prstGeom prst="rect">
                <a:avLst/>
              </a:prstGeom>
              <a:blipFill>
                <a:blip r:embed="rId61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テキスト ボックス 126">
                <a:extLst>
                  <a:ext uri="{FF2B5EF4-FFF2-40B4-BE49-F238E27FC236}">
                    <a16:creationId xmlns:a16="http://schemas.microsoft.com/office/drawing/2014/main" id="{0E0F906C-9415-4729-AEC0-FCC306EF054D}"/>
                  </a:ext>
                </a:extLst>
              </p:cNvPr>
              <p:cNvSpPr txBox="1"/>
              <p:nvPr/>
            </p:nvSpPr>
            <p:spPr>
              <a:xfrm>
                <a:off x="5147154" y="3026280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7" name="テキスト ボックス 126">
                <a:extLst>
                  <a:ext uri="{FF2B5EF4-FFF2-40B4-BE49-F238E27FC236}">
                    <a16:creationId xmlns:a16="http://schemas.microsoft.com/office/drawing/2014/main" id="{0E0F906C-9415-4729-AEC0-FCC306EF0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154" y="3026280"/>
                <a:ext cx="274819" cy="276999"/>
              </a:xfrm>
              <a:prstGeom prst="rect">
                <a:avLst/>
              </a:prstGeom>
              <a:blipFill>
                <a:blip r:embed="rId62"/>
                <a:stretch>
                  <a:fillRect l="-8889" r="-8889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テキスト ボックス 127">
                <a:extLst>
                  <a:ext uri="{FF2B5EF4-FFF2-40B4-BE49-F238E27FC236}">
                    <a16:creationId xmlns:a16="http://schemas.microsoft.com/office/drawing/2014/main" id="{2ED0DE77-5126-40C7-84E8-EEC43C99FB7A}"/>
                  </a:ext>
                </a:extLst>
              </p:cNvPr>
              <p:cNvSpPr txBox="1"/>
              <p:nvPr/>
            </p:nvSpPr>
            <p:spPr>
              <a:xfrm>
                <a:off x="6136662" y="3011976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8" name="テキスト ボックス 127">
                <a:extLst>
                  <a:ext uri="{FF2B5EF4-FFF2-40B4-BE49-F238E27FC236}">
                    <a16:creationId xmlns:a16="http://schemas.microsoft.com/office/drawing/2014/main" id="{2ED0DE77-5126-40C7-84E8-EEC43C99F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6662" y="3011976"/>
                <a:ext cx="269497" cy="276999"/>
              </a:xfrm>
              <a:prstGeom prst="rect">
                <a:avLst/>
              </a:prstGeom>
              <a:blipFill>
                <a:blip r:embed="rId63"/>
                <a:stretch>
                  <a:fillRect l="-11364" r="-4545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テキスト ボックス 128">
                <a:extLst>
                  <a:ext uri="{FF2B5EF4-FFF2-40B4-BE49-F238E27FC236}">
                    <a16:creationId xmlns:a16="http://schemas.microsoft.com/office/drawing/2014/main" id="{823F8235-14A3-4640-A94D-C6EA52C626F1}"/>
                  </a:ext>
                </a:extLst>
              </p:cNvPr>
              <p:cNvSpPr txBox="1"/>
              <p:nvPr/>
            </p:nvSpPr>
            <p:spPr>
              <a:xfrm>
                <a:off x="7138447" y="3009158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9" name="テキスト ボックス 128">
                <a:extLst>
                  <a:ext uri="{FF2B5EF4-FFF2-40B4-BE49-F238E27FC236}">
                    <a16:creationId xmlns:a16="http://schemas.microsoft.com/office/drawing/2014/main" id="{823F8235-14A3-4640-A94D-C6EA52C626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8447" y="3009158"/>
                <a:ext cx="274819" cy="276999"/>
              </a:xfrm>
              <a:prstGeom prst="rect">
                <a:avLst/>
              </a:prstGeom>
              <a:blipFill>
                <a:blip r:embed="rId64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テキスト ボックス 129">
                <a:extLst>
                  <a:ext uri="{FF2B5EF4-FFF2-40B4-BE49-F238E27FC236}">
                    <a16:creationId xmlns:a16="http://schemas.microsoft.com/office/drawing/2014/main" id="{C250B6AD-415F-4054-997A-12229919C147}"/>
                  </a:ext>
                </a:extLst>
              </p:cNvPr>
              <p:cNvSpPr txBox="1"/>
              <p:nvPr/>
            </p:nvSpPr>
            <p:spPr>
              <a:xfrm>
                <a:off x="3842325" y="2914590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30" name="テキスト ボックス 129">
                <a:extLst>
                  <a:ext uri="{FF2B5EF4-FFF2-40B4-BE49-F238E27FC236}">
                    <a16:creationId xmlns:a16="http://schemas.microsoft.com/office/drawing/2014/main" id="{C250B6AD-415F-4054-997A-12229919C1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2325" y="2914590"/>
                <a:ext cx="270330" cy="276999"/>
              </a:xfrm>
              <a:prstGeom prst="rect">
                <a:avLst/>
              </a:prstGeom>
              <a:blipFill>
                <a:blip r:embed="rId65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テキスト ボックス 139">
                <a:extLst>
                  <a:ext uri="{FF2B5EF4-FFF2-40B4-BE49-F238E27FC236}">
                    <a16:creationId xmlns:a16="http://schemas.microsoft.com/office/drawing/2014/main" id="{C1930F4E-457B-4EF1-A5F3-2D47257C4695}"/>
                  </a:ext>
                </a:extLst>
              </p:cNvPr>
              <p:cNvSpPr txBox="1"/>
              <p:nvPr/>
            </p:nvSpPr>
            <p:spPr>
              <a:xfrm>
                <a:off x="9215425" y="860733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40" name="テキスト ボックス 139">
                <a:extLst>
                  <a:ext uri="{FF2B5EF4-FFF2-40B4-BE49-F238E27FC236}">
                    <a16:creationId xmlns:a16="http://schemas.microsoft.com/office/drawing/2014/main" id="{C1930F4E-457B-4EF1-A5F3-2D47257C4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5425" y="860733"/>
                <a:ext cx="611706" cy="381515"/>
              </a:xfrm>
              <a:prstGeom prst="rect">
                <a:avLst/>
              </a:prstGeom>
              <a:blipFill>
                <a:blip r:embed="rId68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1" name="直線コネクタ 140">
            <a:extLst>
              <a:ext uri="{FF2B5EF4-FFF2-40B4-BE49-F238E27FC236}">
                <a16:creationId xmlns:a16="http://schemas.microsoft.com/office/drawing/2014/main" id="{DA653698-17A2-4471-9047-1D26A6675188}"/>
              </a:ext>
            </a:extLst>
          </p:cNvPr>
          <p:cNvCxnSpPr/>
          <p:nvPr/>
        </p:nvCxnSpPr>
        <p:spPr>
          <a:xfrm flipV="1">
            <a:off x="9535480" y="1242248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922CD829-8409-4DFC-B81D-1E65EED91D42}"/>
                  </a:ext>
                </a:extLst>
              </p:cNvPr>
              <p:cNvSpPr txBox="1"/>
              <p:nvPr/>
            </p:nvSpPr>
            <p:spPr>
              <a:xfrm>
                <a:off x="9347290" y="1473694"/>
                <a:ext cx="478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922CD829-8409-4DFC-B81D-1E65EED91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7290" y="1473694"/>
                <a:ext cx="478913" cy="369332"/>
              </a:xfrm>
              <a:prstGeom prst="rect">
                <a:avLst/>
              </a:prstGeom>
              <a:blipFill>
                <a:blip r:embed="rId6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8D538FB8-08A5-48BC-A562-3375FCEDEE38}"/>
              </a:ext>
            </a:extLst>
          </p:cNvPr>
          <p:cNvGrpSpPr/>
          <p:nvPr/>
        </p:nvGrpSpPr>
        <p:grpSpPr>
          <a:xfrm>
            <a:off x="4424911" y="846297"/>
            <a:ext cx="3553615" cy="413914"/>
            <a:chOff x="4971617" y="862426"/>
            <a:chExt cx="3553615" cy="4139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8630796D-14F3-4823-96F3-997AFCDD41C2}"/>
                    </a:ext>
                  </a:extLst>
                </p:cNvPr>
                <p:cNvSpPr txBox="1"/>
                <p:nvPr/>
              </p:nvSpPr>
              <p:spPr>
                <a:xfrm>
                  <a:off x="5951437" y="862426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8630796D-14F3-4823-96F3-997AFCDD41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1437" y="862426"/>
                  <a:ext cx="611706" cy="381515"/>
                </a:xfrm>
                <a:prstGeom prst="rect">
                  <a:avLst/>
                </a:prstGeom>
                <a:blipFill>
                  <a:blip r:embed="rId70"/>
                  <a:stretch>
                    <a:fillRect b="-483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テキスト ボックス 144">
                  <a:extLst>
                    <a:ext uri="{FF2B5EF4-FFF2-40B4-BE49-F238E27FC236}">
                      <a16:creationId xmlns:a16="http://schemas.microsoft.com/office/drawing/2014/main" id="{43D0A37A-2A16-49B2-B545-7CCAE214EE9A}"/>
                    </a:ext>
                  </a:extLst>
                </p:cNvPr>
                <p:cNvSpPr txBox="1"/>
                <p:nvPr/>
              </p:nvSpPr>
              <p:spPr>
                <a:xfrm>
                  <a:off x="4971617" y="907008"/>
                  <a:ext cx="37862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5" name="テキスト ボックス 144">
                  <a:extLst>
                    <a:ext uri="{FF2B5EF4-FFF2-40B4-BE49-F238E27FC236}">
                      <a16:creationId xmlns:a16="http://schemas.microsoft.com/office/drawing/2014/main" id="{43D0A37A-2A16-49B2-B545-7CCAE214EE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17" y="907008"/>
                  <a:ext cx="378629" cy="369332"/>
                </a:xfrm>
                <a:prstGeom prst="rect">
                  <a:avLst/>
                </a:prstGeom>
                <a:blipFill>
                  <a:blip r:embed="rId7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8B7DD258-5F44-49CD-96B1-B97875AD19CB}"/>
                    </a:ext>
                  </a:extLst>
                </p:cNvPr>
                <p:cNvSpPr txBox="1"/>
                <p:nvPr/>
              </p:nvSpPr>
              <p:spPr>
                <a:xfrm>
                  <a:off x="7913526" y="876005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8B7DD258-5F44-49CD-96B1-B97875AD19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3526" y="876005"/>
                  <a:ext cx="611706" cy="381515"/>
                </a:xfrm>
                <a:prstGeom prst="rect">
                  <a:avLst/>
                </a:prstGeom>
                <a:blipFill>
                  <a:blip r:embed="rId72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テキスト ボックス 142">
                  <a:extLst>
                    <a:ext uri="{FF2B5EF4-FFF2-40B4-BE49-F238E27FC236}">
                      <a16:creationId xmlns:a16="http://schemas.microsoft.com/office/drawing/2014/main" id="{B1E2F4F0-E7E4-4EDF-8732-AC462729D6DD}"/>
                    </a:ext>
                  </a:extLst>
                </p:cNvPr>
                <p:cNvSpPr txBox="1"/>
                <p:nvPr/>
              </p:nvSpPr>
              <p:spPr>
                <a:xfrm>
                  <a:off x="6930190" y="870228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3" name="テキスト ボックス 142">
                  <a:extLst>
                    <a:ext uri="{FF2B5EF4-FFF2-40B4-BE49-F238E27FC236}">
                      <a16:creationId xmlns:a16="http://schemas.microsoft.com/office/drawing/2014/main" id="{B1E2F4F0-E7E4-4EDF-8732-AC462729D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0190" y="870228"/>
                  <a:ext cx="611706" cy="381515"/>
                </a:xfrm>
                <a:prstGeom prst="rect">
                  <a:avLst/>
                </a:prstGeom>
                <a:blipFill>
                  <a:blip r:embed="rId73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F374884B-DFBD-4D20-BB0C-34613B56C90D}"/>
              </a:ext>
            </a:extLst>
          </p:cNvPr>
          <p:cNvGrpSpPr/>
          <p:nvPr/>
        </p:nvGrpSpPr>
        <p:grpSpPr>
          <a:xfrm>
            <a:off x="4841385" y="877539"/>
            <a:ext cx="3551809" cy="400871"/>
            <a:chOff x="4474092" y="847821"/>
            <a:chExt cx="3551809" cy="400871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1C01F329-AA6E-471B-8184-C1233EC36579}"/>
                </a:ext>
              </a:extLst>
            </p:cNvPr>
            <p:cNvGrpSpPr/>
            <p:nvPr/>
          </p:nvGrpSpPr>
          <p:grpSpPr>
            <a:xfrm>
              <a:off x="6436181" y="861400"/>
              <a:ext cx="1589720" cy="387292"/>
              <a:chOff x="6436181" y="861400"/>
              <a:chExt cx="1589720" cy="38729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テキスト ボックス 145">
                    <a:extLst>
                      <a:ext uri="{FF2B5EF4-FFF2-40B4-BE49-F238E27FC236}">
                        <a16:creationId xmlns:a16="http://schemas.microsoft.com/office/drawing/2014/main" id="{2C7720EC-681D-44EE-8615-BF99AC78CC3B}"/>
                      </a:ext>
                    </a:extLst>
                  </p:cNvPr>
                  <p:cNvSpPr txBox="1"/>
                  <p:nvPr/>
                </p:nvSpPr>
                <p:spPr>
                  <a:xfrm>
                    <a:off x="7419517" y="867177"/>
                    <a:ext cx="606384" cy="38151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1,0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46" name="テキスト ボックス 145">
                    <a:extLst>
                      <a:ext uri="{FF2B5EF4-FFF2-40B4-BE49-F238E27FC236}">
                        <a16:creationId xmlns:a16="http://schemas.microsoft.com/office/drawing/2014/main" id="{2C7720EC-681D-44EE-8615-BF99AC78CC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19517" y="867177"/>
                    <a:ext cx="606384" cy="381515"/>
                  </a:xfrm>
                  <a:prstGeom prst="rect">
                    <a:avLst/>
                  </a:prstGeom>
                  <a:blipFill>
                    <a:blip r:embed="rId74"/>
                    <a:stretch>
                      <a:fillRect b="-476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テキスト ボックス 146">
                    <a:extLst>
                      <a:ext uri="{FF2B5EF4-FFF2-40B4-BE49-F238E27FC236}">
                        <a16:creationId xmlns:a16="http://schemas.microsoft.com/office/drawing/2014/main" id="{41E76860-6C08-401F-9F58-5ADABBC0BBC1}"/>
                      </a:ext>
                    </a:extLst>
                  </p:cNvPr>
                  <p:cNvSpPr txBox="1"/>
                  <p:nvPr/>
                </p:nvSpPr>
                <p:spPr>
                  <a:xfrm>
                    <a:off x="6436181" y="861400"/>
                    <a:ext cx="606384" cy="38151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47" name="テキスト ボックス 146">
                    <a:extLst>
                      <a:ext uri="{FF2B5EF4-FFF2-40B4-BE49-F238E27FC236}">
                        <a16:creationId xmlns:a16="http://schemas.microsoft.com/office/drawing/2014/main" id="{41E76860-6C08-401F-9F58-5ADABBC0BBC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36181" y="861400"/>
                    <a:ext cx="606384" cy="381515"/>
                  </a:xfrm>
                  <a:prstGeom prst="rect">
                    <a:avLst/>
                  </a:prstGeom>
                  <a:blipFill>
                    <a:blip r:embed="rId75"/>
                    <a:stretch>
                      <a:fillRect b="-476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テキスト ボックス 147">
                  <a:extLst>
                    <a:ext uri="{FF2B5EF4-FFF2-40B4-BE49-F238E27FC236}">
                      <a16:creationId xmlns:a16="http://schemas.microsoft.com/office/drawing/2014/main" id="{4815564E-8E58-4E0C-87C0-3A4748F1D737}"/>
                    </a:ext>
                  </a:extLst>
                </p:cNvPr>
                <p:cNvSpPr txBox="1"/>
                <p:nvPr/>
              </p:nvSpPr>
              <p:spPr>
                <a:xfrm>
                  <a:off x="5457428" y="853598"/>
                  <a:ext cx="606384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8" name="テキスト ボックス 147">
                  <a:extLst>
                    <a:ext uri="{FF2B5EF4-FFF2-40B4-BE49-F238E27FC236}">
                      <a16:creationId xmlns:a16="http://schemas.microsoft.com/office/drawing/2014/main" id="{4815564E-8E58-4E0C-87C0-3A4748F1D7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7428" y="853598"/>
                  <a:ext cx="606384" cy="381515"/>
                </a:xfrm>
                <a:prstGeom prst="rect">
                  <a:avLst/>
                </a:prstGeom>
                <a:blipFill>
                  <a:blip r:embed="rId76"/>
                  <a:stretch>
                    <a:fillRect b="-483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テキスト ボックス 148">
                  <a:extLst>
                    <a:ext uri="{FF2B5EF4-FFF2-40B4-BE49-F238E27FC236}">
                      <a16:creationId xmlns:a16="http://schemas.microsoft.com/office/drawing/2014/main" id="{9FD5739C-633E-482C-8F80-7F4924A4E8F2}"/>
                    </a:ext>
                  </a:extLst>
                </p:cNvPr>
                <p:cNvSpPr txBox="1"/>
                <p:nvPr/>
              </p:nvSpPr>
              <p:spPr>
                <a:xfrm>
                  <a:off x="4474092" y="847821"/>
                  <a:ext cx="606384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1,3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9" name="テキスト ボックス 148">
                  <a:extLst>
                    <a:ext uri="{FF2B5EF4-FFF2-40B4-BE49-F238E27FC236}">
                      <a16:creationId xmlns:a16="http://schemas.microsoft.com/office/drawing/2014/main" id="{9FD5739C-633E-482C-8F80-7F4924A4E8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4092" y="847821"/>
                  <a:ext cx="606384" cy="381515"/>
                </a:xfrm>
                <a:prstGeom prst="rect">
                  <a:avLst/>
                </a:prstGeom>
                <a:blipFill>
                  <a:blip r:embed="rId77"/>
                  <a:stretch>
                    <a:fillRect b="-317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テキスト ボックス 149">
                <a:extLst>
                  <a:ext uri="{FF2B5EF4-FFF2-40B4-BE49-F238E27FC236}">
                    <a16:creationId xmlns:a16="http://schemas.microsoft.com/office/drawing/2014/main" id="{7A0BF578-5F5A-44A9-B135-1E6E0FCD1536}"/>
                  </a:ext>
                </a:extLst>
              </p:cNvPr>
              <p:cNvSpPr txBox="1"/>
              <p:nvPr/>
            </p:nvSpPr>
            <p:spPr>
              <a:xfrm>
                <a:off x="7094704" y="212470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0" name="テキスト ボックス 149">
                <a:extLst>
                  <a:ext uri="{FF2B5EF4-FFF2-40B4-BE49-F238E27FC236}">
                    <a16:creationId xmlns:a16="http://schemas.microsoft.com/office/drawing/2014/main" id="{7A0BF578-5F5A-44A9-B135-1E6E0FCD15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704" y="2124702"/>
                <a:ext cx="611706" cy="381515"/>
              </a:xfrm>
              <a:prstGeom prst="rect">
                <a:avLst/>
              </a:prstGeom>
              <a:blipFill>
                <a:blip r:embed="rId78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DCD9AB23-A8D8-4809-83C5-29D52C62176B}"/>
                  </a:ext>
                </a:extLst>
              </p:cNvPr>
              <p:cNvSpPr txBox="1"/>
              <p:nvPr/>
            </p:nvSpPr>
            <p:spPr>
              <a:xfrm>
                <a:off x="6111368" y="2118925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DCD9AB23-A8D8-4809-83C5-29D52C621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368" y="2118925"/>
                <a:ext cx="611706" cy="381515"/>
              </a:xfrm>
              <a:prstGeom prst="rect">
                <a:avLst/>
              </a:prstGeom>
              <a:blipFill>
                <a:blip r:embed="rId79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5EEEDE83-29A4-4443-BC83-23E2BF8147A6}"/>
                  </a:ext>
                </a:extLst>
              </p:cNvPr>
              <p:cNvSpPr txBox="1"/>
              <p:nvPr/>
            </p:nvSpPr>
            <p:spPr>
              <a:xfrm>
                <a:off x="5132615" y="2111123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5EEEDE83-29A4-4443-BC83-23E2BF8147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2615" y="2111123"/>
                <a:ext cx="611706" cy="381515"/>
              </a:xfrm>
              <a:prstGeom prst="rect">
                <a:avLst/>
              </a:prstGeom>
              <a:blipFill>
                <a:blip r:embed="rId80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EEE5FE6D-65C7-44FC-9E9F-0266A4EC16B2}"/>
                  </a:ext>
                </a:extLst>
              </p:cNvPr>
              <p:cNvSpPr txBox="1"/>
              <p:nvPr/>
            </p:nvSpPr>
            <p:spPr>
              <a:xfrm>
                <a:off x="4149279" y="2105346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EEE5FE6D-65C7-44FC-9E9F-0266A4EC16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9279" y="2105346"/>
                <a:ext cx="611706" cy="381515"/>
              </a:xfrm>
              <a:prstGeom prst="rect">
                <a:avLst/>
              </a:prstGeom>
              <a:blipFill>
                <a:blip r:embed="rId81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EADE96DE-2924-4C7B-9037-BA6EFD451456}"/>
              </a:ext>
            </a:extLst>
          </p:cNvPr>
          <p:cNvSpPr/>
          <p:nvPr/>
        </p:nvSpPr>
        <p:spPr>
          <a:xfrm>
            <a:off x="3107675" y="3884559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5" name="直線コネクタ 154">
            <a:extLst>
              <a:ext uri="{FF2B5EF4-FFF2-40B4-BE49-F238E27FC236}">
                <a16:creationId xmlns:a16="http://schemas.microsoft.com/office/drawing/2014/main" id="{194B314E-1BC3-4ED4-883E-8EA8344CF3FB}"/>
              </a:ext>
            </a:extLst>
          </p:cNvPr>
          <p:cNvCxnSpPr>
            <a:cxnSpLocks/>
          </p:cNvCxnSpPr>
          <p:nvPr/>
        </p:nvCxnSpPr>
        <p:spPr>
          <a:xfrm flipV="1">
            <a:off x="3291307" y="3044897"/>
            <a:ext cx="0" cy="8420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線コネクタ 155">
            <a:extLst>
              <a:ext uri="{FF2B5EF4-FFF2-40B4-BE49-F238E27FC236}">
                <a16:creationId xmlns:a16="http://schemas.microsoft.com/office/drawing/2014/main" id="{DF4757D9-10C1-4B43-B561-9F299067606E}"/>
              </a:ext>
            </a:extLst>
          </p:cNvPr>
          <p:cNvCxnSpPr/>
          <p:nvPr/>
        </p:nvCxnSpPr>
        <p:spPr>
          <a:xfrm flipV="1">
            <a:off x="3643382" y="3642865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線コネクタ 156">
            <a:extLst>
              <a:ext uri="{FF2B5EF4-FFF2-40B4-BE49-F238E27FC236}">
                <a16:creationId xmlns:a16="http://schemas.microsoft.com/office/drawing/2014/main" id="{EF636B3C-32ED-45B3-A5CC-CE78F357B164}"/>
              </a:ext>
            </a:extLst>
          </p:cNvPr>
          <p:cNvCxnSpPr/>
          <p:nvPr/>
        </p:nvCxnSpPr>
        <p:spPr>
          <a:xfrm flipV="1">
            <a:off x="4631158" y="364067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線コネクタ 157">
            <a:extLst>
              <a:ext uri="{FF2B5EF4-FFF2-40B4-BE49-F238E27FC236}">
                <a16:creationId xmlns:a16="http://schemas.microsoft.com/office/drawing/2014/main" id="{63D3AFBB-88B1-4C08-9233-BCFE74EBC7B4}"/>
              </a:ext>
            </a:extLst>
          </p:cNvPr>
          <p:cNvCxnSpPr/>
          <p:nvPr/>
        </p:nvCxnSpPr>
        <p:spPr>
          <a:xfrm flipV="1">
            <a:off x="5618934" y="363848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グループ化 158">
            <a:extLst>
              <a:ext uri="{FF2B5EF4-FFF2-40B4-BE49-F238E27FC236}">
                <a16:creationId xmlns:a16="http://schemas.microsoft.com/office/drawing/2014/main" id="{BC9539E3-80DD-4211-BA34-F103359F2948}"/>
              </a:ext>
            </a:extLst>
          </p:cNvPr>
          <p:cNvGrpSpPr/>
          <p:nvPr/>
        </p:nvGrpSpPr>
        <p:grpSpPr>
          <a:xfrm>
            <a:off x="4298136" y="3352364"/>
            <a:ext cx="1975552" cy="516253"/>
            <a:chOff x="5014253" y="2165416"/>
            <a:chExt cx="1975552" cy="485870"/>
          </a:xfrm>
        </p:grpSpPr>
        <p:cxnSp>
          <p:nvCxnSpPr>
            <p:cNvPr id="160" name="直線コネクタ 159">
              <a:extLst>
                <a:ext uri="{FF2B5EF4-FFF2-40B4-BE49-F238E27FC236}">
                  <a16:creationId xmlns:a16="http://schemas.microsoft.com/office/drawing/2014/main" id="{C30629A2-FF6F-4A60-9E10-0D206021CC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4253" y="2165416"/>
              <a:ext cx="0" cy="4858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直線コネクタ 160">
              <a:extLst>
                <a:ext uri="{FF2B5EF4-FFF2-40B4-BE49-F238E27FC236}">
                  <a16:creationId xmlns:a16="http://schemas.microsoft.com/office/drawing/2014/main" id="{51D5D7E7-37B3-4BE6-9805-4539756378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02029" y="2165416"/>
              <a:ext cx="0" cy="48368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線コネクタ 161">
              <a:extLst>
                <a:ext uri="{FF2B5EF4-FFF2-40B4-BE49-F238E27FC236}">
                  <a16:creationId xmlns:a16="http://schemas.microsoft.com/office/drawing/2014/main" id="{E958D223-57A2-4850-988C-024FC34D48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9805" y="2165416"/>
              <a:ext cx="0" cy="4814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3" name="直線コネクタ 162">
            <a:extLst>
              <a:ext uri="{FF2B5EF4-FFF2-40B4-BE49-F238E27FC236}">
                <a16:creationId xmlns:a16="http://schemas.microsoft.com/office/drawing/2014/main" id="{1DF348A5-5853-4129-9DB1-491024DFFDE9}"/>
              </a:ext>
            </a:extLst>
          </p:cNvPr>
          <p:cNvCxnSpPr/>
          <p:nvPr/>
        </p:nvCxnSpPr>
        <p:spPr>
          <a:xfrm flipV="1">
            <a:off x="6606710" y="363630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テキスト ボックス 171">
                <a:extLst>
                  <a:ext uri="{FF2B5EF4-FFF2-40B4-BE49-F238E27FC236}">
                    <a16:creationId xmlns:a16="http://schemas.microsoft.com/office/drawing/2014/main" id="{AAADA83E-1FCF-432B-8EA6-60312C293F0B}"/>
                  </a:ext>
                </a:extLst>
              </p:cNvPr>
              <p:cNvSpPr txBox="1"/>
              <p:nvPr/>
            </p:nvSpPr>
            <p:spPr>
              <a:xfrm>
                <a:off x="3441529" y="4227533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2" name="テキスト ボックス 171">
                <a:extLst>
                  <a:ext uri="{FF2B5EF4-FFF2-40B4-BE49-F238E27FC236}">
                    <a16:creationId xmlns:a16="http://schemas.microsoft.com/office/drawing/2014/main" id="{AAADA83E-1FCF-432B-8EA6-60312C293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1529" y="4227533"/>
                <a:ext cx="274819" cy="276999"/>
              </a:xfrm>
              <a:prstGeom prst="rect">
                <a:avLst/>
              </a:prstGeom>
              <a:blipFill>
                <a:blip r:embed="rId89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テキスト ボックス 172">
                <a:extLst>
                  <a:ext uri="{FF2B5EF4-FFF2-40B4-BE49-F238E27FC236}">
                    <a16:creationId xmlns:a16="http://schemas.microsoft.com/office/drawing/2014/main" id="{A308B801-CEE1-4B76-8A7C-91FB0B2C2932}"/>
                  </a:ext>
                </a:extLst>
              </p:cNvPr>
              <p:cNvSpPr txBox="1"/>
              <p:nvPr/>
            </p:nvSpPr>
            <p:spPr>
              <a:xfrm>
                <a:off x="4431037" y="4213229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3" name="テキスト ボックス 172">
                <a:extLst>
                  <a:ext uri="{FF2B5EF4-FFF2-40B4-BE49-F238E27FC236}">
                    <a16:creationId xmlns:a16="http://schemas.microsoft.com/office/drawing/2014/main" id="{A308B801-CEE1-4B76-8A7C-91FB0B2C2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1037" y="4213229"/>
                <a:ext cx="274819" cy="276999"/>
              </a:xfrm>
              <a:prstGeom prst="rect">
                <a:avLst/>
              </a:prstGeom>
              <a:blipFill>
                <a:blip r:embed="rId90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テキスト ボックス 173">
                <a:extLst>
                  <a:ext uri="{FF2B5EF4-FFF2-40B4-BE49-F238E27FC236}">
                    <a16:creationId xmlns:a16="http://schemas.microsoft.com/office/drawing/2014/main" id="{51FF3A5C-A0FB-44E1-946C-61C78C4C2DD1}"/>
                  </a:ext>
                </a:extLst>
              </p:cNvPr>
              <p:cNvSpPr txBox="1"/>
              <p:nvPr/>
            </p:nvSpPr>
            <p:spPr>
              <a:xfrm>
                <a:off x="5420545" y="4198925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4" name="テキスト ボックス 173">
                <a:extLst>
                  <a:ext uri="{FF2B5EF4-FFF2-40B4-BE49-F238E27FC236}">
                    <a16:creationId xmlns:a16="http://schemas.microsoft.com/office/drawing/2014/main" id="{51FF3A5C-A0FB-44E1-946C-61C78C4C2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0545" y="4198925"/>
                <a:ext cx="269497" cy="276999"/>
              </a:xfrm>
              <a:prstGeom prst="rect">
                <a:avLst/>
              </a:prstGeom>
              <a:blipFill>
                <a:blip r:embed="rId91"/>
                <a:stretch>
                  <a:fillRect l="-11364" r="-6818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テキスト ボックス 174">
                <a:extLst>
                  <a:ext uri="{FF2B5EF4-FFF2-40B4-BE49-F238E27FC236}">
                    <a16:creationId xmlns:a16="http://schemas.microsoft.com/office/drawing/2014/main" id="{F67718C2-6BDA-4757-B9E4-5679BA0AAED0}"/>
                  </a:ext>
                </a:extLst>
              </p:cNvPr>
              <p:cNvSpPr txBox="1"/>
              <p:nvPr/>
            </p:nvSpPr>
            <p:spPr>
              <a:xfrm>
                <a:off x="6422330" y="4196107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5" name="テキスト ボックス 174">
                <a:extLst>
                  <a:ext uri="{FF2B5EF4-FFF2-40B4-BE49-F238E27FC236}">
                    <a16:creationId xmlns:a16="http://schemas.microsoft.com/office/drawing/2014/main" id="{F67718C2-6BDA-4757-B9E4-5679BA0AA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330" y="4196107"/>
                <a:ext cx="274819" cy="276999"/>
              </a:xfrm>
              <a:prstGeom prst="rect">
                <a:avLst/>
              </a:prstGeom>
              <a:blipFill>
                <a:blip r:embed="rId92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テキスト ボックス 175">
                <a:extLst>
                  <a:ext uri="{FF2B5EF4-FFF2-40B4-BE49-F238E27FC236}">
                    <a16:creationId xmlns:a16="http://schemas.microsoft.com/office/drawing/2014/main" id="{EB693CAD-AB59-49C1-B0EC-5638387590B0}"/>
                  </a:ext>
                </a:extLst>
              </p:cNvPr>
              <p:cNvSpPr txBox="1"/>
              <p:nvPr/>
            </p:nvSpPr>
            <p:spPr>
              <a:xfrm>
                <a:off x="3126208" y="4101539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6" name="テキスト ボックス 175">
                <a:extLst>
                  <a:ext uri="{FF2B5EF4-FFF2-40B4-BE49-F238E27FC236}">
                    <a16:creationId xmlns:a16="http://schemas.microsoft.com/office/drawing/2014/main" id="{EB693CAD-AB59-49C1-B0EC-5638387590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208" y="4101539"/>
                <a:ext cx="270330" cy="276999"/>
              </a:xfrm>
              <a:prstGeom prst="rect">
                <a:avLst/>
              </a:prstGeom>
              <a:blipFill>
                <a:blip r:embed="rId93"/>
                <a:stretch>
                  <a:fillRect l="-9091" r="-6818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7" name="直線コネクタ 176">
            <a:extLst>
              <a:ext uri="{FF2B5EF4-FFF2-40B4-BE49-F238E27FC236}">
                <a16:creationId xmlns:a16="http://schemas.microsoft.com/office/drawing/2014/main" id="{BBF88AD5-3DC4-46EC-9BE4-1E9D36B79FA4}"/>
              </a:ext>
            </a:extLst>
          </p:cNvPr>
          <p:cNvCxnSpPr>
            <a:cxnSpLocks/>
          </p:cNvCxnSpPr>
          <p:nvPr/>
        </p:nvCxnSpPr>
        <p:spPr>
          <a:xfrm flipV="1">
            <a:off x="2768187" y="4238943"/>
            <a:ext cx="333021" cy="21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テキスト ボックス 179">
                <a:extLst>
                  <a:ext uri="{FF2B5EF4-FFF2-40B4-BE49-F238E27FC236}">
                    <a16:creationId xmlns:a16="http://schemas.microsoft.com/office/drawing/2014/main" id="{FFEE69D0-59AD-420E-9736-B5AA1667583F}"/>
                  </a:ext>
                </a:extLst>
              </p:cNvPr>
              <p:cNvSpPr txBox="1"/>
              <p:nvPr/>
            </p:nvSpPr>
            <p:spPr>
              <a:xfrm>
                <a:off x="6378587" y="3311651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0" name="テキスト ボックス 179">
                <a:extLst>
                  <a:ext uri="{FF2B5EF4-FFF2-40B4-BE49-F238E27FC236}">
                    <a16:creationId xmlns:a16="http://schemas.microsoft.com/office/drawing/2014/main" id="{FFEE69D0-59AD-420E-9736-B5AA16675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8587" y="3311651"/>
                <a:ext cx="611706" cy="381515"/>
              </a:xfrm>
              <a:prstGeom prst="rect">
                <a:avLst/>
              </a:prstGeom>
              <a:blipFill>
                <a:blip r:embed="rId9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テキスト ボックス 180">
                <a:extLst>
                  <a:ext uri="{FF2B5EF4-FFF2-40B4-BE49-F238E27FC236}">
                    <a16:creationId xmlns:a16="http://schemas.microsoft.com/office/drawing/2014/main" id="{C141D4DA-3397-42E3-9B97-6A8067EBEFB6}"/>
                  </a:ext>
                </a:extLst>
              </p:cNvPr>
              <p:cNvSpPr txBox="1"/>
              <p:nvPr/>
            </p:nvSpPr>
            <p:spPr>
              <a:xfrm>
                <a:off x="5395251" y="3305874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1" name="テキスト ボックス 180">
                <a:extLst>
                  <a:ext uri="{FF2B5EF4-FFF2-40B4-BE49-F238E27FC236}">
                    <a16:creationId xmlns:a16="http://schemas.microsoft.com/office/drawing/2014/main" id="{C141D4DA-3397-42E3-9B97-6A8067EB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251" y="3305874"/>
                <a:ext cx="611706" cy="381515"/>
              </a:xfrm>
              <a:prstGeom prst="rect">
                <a:avLst/>
              </a:prstGeom>
              <a:blipFill>
                <a:blip r:embed="rId96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テキスト ボックス 181">
                <a:extLst>
                  <a:ext uri="{FF2B5EF4-FFF2-40B4-BE49-F238E27FC236}">
                    <a16:creationId xmlns:a16="http://schemas.microsoft.com/office/drawing/2014/main" id="{A3E2DDBE-DD89-4D44-9FD6-0DD71B0734F4}"/>
                  </a:ext>
                </a:extLst>
              </p:cNvPr>
              <p:cNvSpPr txBox="1"/>
              <p:nvPr/>
            </p:nvSpPr>
            <p:spPr>
              <a:xfrm>
                <a:off x="4416498" y="329807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2" name="テキスト ボックス 181">
                <a:extLst>
                  <a:ext uri="{FF2B5EF4-FFF2-40B4-BE49-F238E27FC236}">
                    <a16:creationId xmlns:a16="http://schemas.microsoft.com/office/drawing/2014/main" id="{A3E2DDBE-DD89-4D44-9FD6-0DD71B073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498" y="3298072"/>
                <a:ext cx="611706" cy="381515"/>
              </a:xfrm>
              <a:prstGeom prst="rect">
                <a:avLst/>
              </a:prstGeom>
              <a:blipFill>
                <a:blip r:embed="rId9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テキスト ボックス 182">
                <a:extLst>
                  <a:ext uri="{FF2B5EF4-FFF2-40B4-BE49-F238E27FC236}">
                    <a16:creationId xmlns:a16="http://schemas.microsoft.com/office/drawing/2014/main" id="{9D431B23-C3E0-418C-9CBA-31FD36DEB89D}"/>
                  </a:ext>
                </a:extLst>
              </p:cNvPr>
              <p:cNvSpPr txBox="1"/>
              <p:nvPr/>
            </p:nvSpPr>
            <p:spPr>
              <a:xfrm>
                <a:off x="3433162" y="3292295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3" name="テキスト ボックス 182">
                <a:extLst>
                  <a:ext uri="{FF2B5EF4-FFF2-40B4-BE49-F238E27FC236}">
                    <a16:creationId xmlns:a16="http://schemas.microsoft.com/office/drawing/2014/main" id="{9D431B23-C3E0-418C-9CBA-31FD36DEB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3162" y="3292295"/>
                <a:ext cx="611706" cy="381515"/>
              </a:xfrm>
              <a:prstGeom prst="rect">
                <a:avLst/>
              </a:prstGeom>
              <a:blipFill>
                <a:blip r:embed="rId98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テキスト ボックス 186">
                <a:extLst>
                  <a:ext uri="{FF2B5EF4-FFF2-40B4-BE49-F238E27FC236}">
                    <a16:creationId xmlns:a16="http://schemas.microsoft.com/office/drawing/2014/main" id="{D134AB76-3394-4EDC-866C-FEFBCBF04BD0}"/>
                  </a:ext>
                </a:extLst>
              </p:cNvPr>
              <p:cNvSpPr txBox="1"/>
              <p:nvPr/>
            </p:nvSpPr>
            <p:spPr>
              <a:xfrm>
                <a:off x="7775206" y="2725432"/>
                <a:ext cx="458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7" name="テキスト ボックス 186">
                <a:extLst>
                  <a:ext uri="{FF2B5EF4-FFF2-40B4-BE49-F238E27FC236}">
                    <a16:creationId xmlns:a16="http://schemas.microsoft.com/office/drawing/2014/main" id="{D134AB76-3394-4EDC-866C-FEFBCBF04B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206" y="2725432"/>
                <a:ext cx="458972" cy="369332"/>
              </a:xfrm>
              <a:prstGeom prst="rect">
                <a:avLst/>
              </a:prstGeom>
              <a:blipFill>
                <a:blip r:embed="rId9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テキスト ボックス 187">
                <a:extLst>
                  <a:ext uri="{FF2B5EF4-FFF2-40B4-BE49-F238E27FC236}">
                    <a16:creationId xmlns:a16="http://schemas.microsoft.com/office/drawing/2014/main" id="{8209FE5B-9824-4170-BA26-39FDAD41E894}"/>
                  </a:ext>
                </a:extLst>
              </p:cNvPr>
              <p:cNvSpPr txBox="1"/>
              <p:nvPr/>
            </p:nvSpPr>
            <p:spPr>
              <a:xfrm>
                <a:off x="7088847" y="3851172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8" name="テキスト ボックス 187">
                <a:extLst>
                  <a:ext uri="{FF2B5EF4-FFF2-40B4-BE49-F238E27FC236}">
                    <a16:creationId xmlns:a16="http://schemas.microsoft.com/office/drawing/2014/main" id="{8209FE5B-9824-4170-BA26-39FDAD41E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8847" y="3851172"/>
                <a:ext cx="464294" cy="369332"/>
              </a:xfrm>
              <a:prstGeom prst="rect">
                <a:avLst/>
              </a:prstGeom>
              <a:blipFill>
                <a:blip r:embed="rId10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3CCF229C-64D3-4BE3-BADA-20B3FFE2882C}"/>
                  </a:ext>
                </a:extLst>
              </p:cNvPr>
              <p:cNvSpPr txBox="1"/>
              <p:nvPr/>
            </p:nvSpPr>
            <p:spPr>
              <a:xfrm>
                <a:off x="6304955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3CCF229C-64D3-4BE3-BADA-20B3FFE28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955" y="4986856"/>
                <a:ext cx="464294" cy="369332"/>
              </a:xfrm>
              <a:prstGeom prst="rect">
                <a:avLst/>
              </a:prstGeom>
              <a:blipFill>
                <a:blip r:embed="rId10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6161EC0-6A01-4C62-B67A-EED1EC9FC0DB}"/>
              </a:ext>
            </a:extLst>
          </p:cNvPr>
          <p:cNvGrpSpPr/>
          <p:nvPr/>
        </p:nvGrpSpPr>
        <p:grpSpPr>
          <a:xfrm>
            <a:off x="3625247" y="4534538"/>
            <a:ext cx="2910594" cy="546496"/>
            <a:chOff x="3625247" y="4534538"/>
            <a:chExt cx="2910594" cy="248358"/>
          </a:xfrm>
        </p:grpSpPr>
        <p:cxnSp>
          <p:nvCxnSpPr>
            <p:cNvPr id="186" name="直線コネクタ 185">
              <a:extLst>
                <a:ext uri="{FF2B5EF4-FFF2-40B4-BE49-F238E27FC236}">
                  <a16:creationId xmlns:a16="http://schemas.microsoft.com/office/drawing/2014/main" id="{06359621-D611-4F69-A617-773EE501F94F}"/>
                </a:ext>
              </a:extLst>
            </p:cNvPr>
            <p:cNvCxnSpPr/>
            <p:nvPr/>
          </p:nvCxnSpPr>
          <p:spPr>
            <a:xfrm flipV="1">
              <a:off x="6535841" y="4534541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線コネクタ 189">
              <a:extLst>
                <a:ext uri="{FF2B5EF4-FFF2-40B4-BE49-F238E27FC236}">
                  <a16:creationId xmlns:a16="http://schemas.microsoft.com/office/drawing/2014/main" id="{5464A7ED-AC1B-4E14-ADAE-40E2D7482795}"/>
                </a:ext>
              </a:extLst>
            </p:cNvPr>
            <p:cNvCxnSpPr/>
            <p:nvPr/>
          </p:nvCxnSpPr>
          <p:spPr>
            <a:xfrm flipV="1">
              <a:off x="5565643" y="4534540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線コネクタ 190">
              <a:extLst>
                <a:ext uri="{FF2B5EF4-FFF2-40B4-BE49-F238E27FC236}">
                  <a16:creationId xmlns:a16="http://schemas.microsoft.com/office/drawing/2014/main" id="{B2DF99D0-1441-409E-872E-60B15C623B7C}"/>
                </a:ext>
              </a:extLst>
            </p:cNvPr>
            <p:cNvCxnSpPr/>
            <p:nvPr/>
          </p:nvCxnSpPr>
          <p:spPr>
            <a:xfrm flipV="1">
              <a:off x="4595445" y="4534539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線コネクタ 191">
              <a:extLst>
                <a:ext uri="{FF2B5EF4-FFF2-40B4-BE49-F238E27FC236}">
                  <a16:creationId xmlns:a16="http://schemas.microsoft.com/office/drawing/2014/main" id="{14C133C9-13F5-4B22-AE9D-47214535107A}"/>
                </a:ext>
              </a:extLst>
            </p:cNvPr>
            <p:cNvCxnSpPr/>
            <p:nvPr/>
          </p:nvCxnSpPr>
          <p:spPr>
            <a:xfrm flipV="1">
              <a:off x="3625247" y="4534538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テキスト ボックス 192">
                <a:extLst>
                  <a:ext uri="{FF2B5EF4-FFF2-40B4-BE49-F238E27FC236}">
                    <a16:creationId xmlns:a16="http://schemas.microsoft.com/office/drawing/2014/main" id="{12C0E1EB-E0FF-4913-8310-5AB755BD823D}"/>
                  </a:ext>
                </a:extLst>
              </p:cNvPr>
              <p:cNvSpPr txBox="1"/>
              <p:nvPr/>
            </p:nvSpPr>
            <p:spPr>
              <a:xfrm>
                <a:off x="5271978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3" name="テキスト ボックス 192">
                <a:extLst>
                  <a:ext uri="{FF2B5EF4-FFF2-40B4-BE49-F238E27FC236}">
                    <a16:creationId xmlns:a16="http://schemas.microsoft.com/office/drawing/2014/main" id="{12C0E1EB-E0FF-4913-8310-5AB755BD8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978" y="4986856"/>
                <a:ext cx="464294" cy="369332"/>
              </a:xfrm>
              <a:prstGeom prst="rect">
                <a:avLst/>
              </a:prstGeom>
              <a:blipFill>
                <a:blip r:embed="rId10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0814C3AD-4540-4FD9-9779-DDEF441EA13C}"/>
                  </a:ext>
                </a:extLst>
              </p:cNvPr>
              <p:cNvSpPr txBox="1"/>
              <p:nvPr/>
            </p:nvSpPr>
            <p:spPr>
              <a:xfrm>
                <a:off x="4317507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0814C3AD-4540-4FD9-9779-DDEF441EA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7507" y="4986856"/>
                <a:ext cx="464294" cy="369332"/>
              </a:xfrm>
              <a:prstGeom prst="rect">
                <a:avLst/>
              </a:prstGeom>
              <a:blipFill>
                <a:blip r:embed="rId10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テキスト ボックス 194">
                <a:extLst>
                  <a:ext uri="{FF2B5EF4-FFF2-40B4-BE49-F238E27FC236}">
                    <a16:creationId xmlns:a16="http://schemas.microsoft.com/office/drawing/2014/main" id="{765C2340-7947-4577-994B-D3131A69AFF0}"/>
                  </a:ext>
                </a:extLst>
              </p:cNvPr>
              <p:cNvSpPr txBox="1"/>
              <p:nvPr/>
            </p:nvSpPr>
            <p:spPr>
              <a:xfrm>
                <a:off x="3363036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5" name="テキスト ボックス 194">
                <a:extLst>
                  <a:ext uri="{FF2B5EF4-FFF2-40B4-BE49-F238E27FC236}">
                    <a16:creationId xmlns:a16="http://schemas.microsoft.com/office/drawing/2014/main" id="{765C2340-7947-4577-994B-D3131A69A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3036" y="4986856"/>
                <a:ext cx="464294" cy="369332"/>
              </a:xfrm>
              <a:prstGeom prst="rect">
                <a:avLst/>
              </a:prstGeom>
              <a:blipFill>
                <a:blip r:embed="rId10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テキスト ボックス 195">
                <a:extLst>
                  <a:ext uri="{FF2B5EF4-FFF2-40B4-BE49-F238E27FC236}">
                    <a16:creationId xmlns:a16="http://schemas.microsoft.com/office/drawing/2014/main" id="{86AC590B-D758-4ABC-B6F5-15A351787B82}"/>
                  </a:ext>
                </a:extLst>
              </p:cNvPr>
              <p:cNvSpPr txBox="1"/>
              <p:nvPr/>
            </p:nvSpPr>
            <p:spPr>
              <a:xfrm>
                <a:off x="2567262" y="5066651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6" name="テキスト ボックス 195">
                <a:extLst>
                  <a:ext uri="{FF2B5EF4-FFF2-40B4-BE49-F238E27FC236}">
                    <a16:creationId xmlns:a16="http://schemas.microsoft.com/office/drawing/2014/main" id="{86AC590B-D758-4ABC-B6F5-15A351787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262" y="5066651"/>
                <a:ext cx="464294" cy="369332"/>
              </a:xfrm>
              <a:prstGeom prst="rect">
                <a:avLst/>
              </a:prstGeom>
              <a:blipFill>
                <a:blip r:embed="rId10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テキスト ボックス 196">
                <a:extLst>
                  <a:ext uri="{FF2B5EF4-FFF2-40B4-BE49-F238E27FC236}">
                    <a16:creationId xmlns:a16="http://schemas.microsoft.com/office/drawing/2014/main" id="{3ECC09B2-897E-47E2-B142-C940AE6E2DF8}"/>
                  </a:ext>
                </a:extLst>
              </p:cNvPr>
              <p:cNvSpPr txBox="1"/>
              <p:nvPr/>
            </p:nvSpPr>
            <p:spPr>
              <a:xfrm>
                <a:off x="6766088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7" name="テキスト ボックス 196">
                <a:extLst>
                  <a:ext uri="{FF2B5EF4-FFF2-40B4-BE49-F238E27FC236}">
                    <a16:creationId xmlns:a16="http://schemas.microsoft.com/office/drawing/2014/main" id="{3ECC09B2-897E-47E2-B142-C940AE6E2D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088" y="2633816"/>
                <a:ext cx="485967" cy="369332"/>
              </a:xfrm>
              <a:prstGeom prst="rect">
                <a:avLst/>
              </a:prstGeom>
              <a:blipFill>
                <a:blip r:embed="rId10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テキスト ボックス 197">
                <a:extLst>
                  <a:ext uri="{FF2B5EF4-FFF2-40B4-BE49-F238E27FC236}">
                    <a16:creationId xmlns:a16="http://schemas.microsoft.com/office/drawing/2014/main" id="{4A1F7422-08EC-4777-ABAB-57661180C61B}"/>
                  </a:ext>
                </a:extLst>
              </p:cNvPr>
              <p:cNvSpPr txBox="1"/>
              <p:nvPr/>
            </p:nvSpPr>
            <p:spPr>
              <a:xfrm>
                <a:off x="5794800" y="2633816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8" name="テキスト ボックス 197">
                <a:extLst>
                  <a:ext uri="{FF2B5EF4-FFF2-40B4-BE49-F238E27FC236}">
                    <a16:creationId xmlns:a16="http://schemas.microsoft.com/office/drawing/2014/main" id="{4A1F7422-08EC-4777-ABAB-57661180C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4800" y="2633816"/>
                <a:ext cx="480644" cy="369332"/>
              </a:xfrm>
              <a:prstGeom prst="rect">
                <a:avLst/>
              </a:prstGeom>
              <a:blipFill>
                <a:blip r:embed="rId10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テキスト ボックス 198">
                <a:extLst>
                  <a:ext uri="{FF2B5EF4-FFF2-40B4-BE49-F238E27FC236}">
                    <a16:creationId xmlns:a16="http://schemas.microsoft.com/office/drawing/2014/main" id="{4E0A4F29-40B7-4220-9250-B50916D4985E}"/>
                  </a:ext>
                </a:extLst>
              </p:cNvPr>
              <p:cNvSpPr txBox="1"/>
              <p:nvPr/>
            </p:nvSpPr>
            <p:spPr>
              <a:xfrm>
                <a:off x="4814277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9" name="テキスト ボックス 198">
                <a:extLst>
                  <a:ext uri="{FF2B5EF4-FFF2-40B4-BE49-F238E27FC236}">
                    <a16:creationId xmlns:a16="http://schemas.microsoft.com/office/drawing/2014/main" id="{4E0A4F29-40B7-4220-9250-B50916D49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277" y="2633816"/>
                <a:ext cx="485967" cy="369332"/>
              </a:xfrm>
              <a:prstGeom prst="rect">
                <a:avLst/>
              </a:prstGeom>
              <a:blipFill>
                <a:blip r:embed="rId10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テキスト ボックス 199">
                <a:extLst>
                  <a:ext uri="{FF2B5EF4-FFF2-40B4-BE49-F238E27FC236}">
                    <a16:creationId xmlns:a16="http://schemas.microsoft.com/office/drawing/2014/main" id="{CFB0796A-AED6-4A69-B1EB-363E45D515CF}"/>
                  </a:ext>
                </a:extLst>
              </p:cNvPr>
              <p:cNvSpPr txBox="1"/>
              <p:nvPr/>
            </p:nvSpPr>
            <p:spPr>
              <a:xfrm>
                <a:off x="3833754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0" name="テキスト ボックス 199">
                <a:extLst>
                  <a:ext uri="{FF2B5EF4-FFF2-40B4-BE49-F238E27FC236}">
                    <a16:creationId xmlns:a16="http://schemas.microsoft.com/office/drawing/2014/main" id="{CFB0796A-AED6-4A69-B1EB-363E45D515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3754" y="2633816"/>
                <a:ext cx="485967" cy="369332"/>
              </a:xfrm>
              <a:prstGeom prst="rect">
                <a:avLst/>
              </a:prstGeom>
              <a:blipFill>
                <a:blip r:embed="rId10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テキスト ボックス 200">
                <a:extLst>
                  <a:ext uri="{FF2B5EF4-FFF2-40B4-BE49-F238E27FC236}">
                    <a16:creationId xmlns:a16="http://schemas.microsoft.com/office/drawing/2014/main" id="{5585B604-9E9F-44E6-82B1-560716831190}"/>
                  </a:ext>
                </a:extLst>
              </p:cNvPr>
              <p:cNvSpPr txBox="1"/>
              <p:nvPr/>
            </p:nvSpPr>
            <p:spPr>
              <a:xfrm>
                <a:off x="7114857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1" name="テキスト ボックス 200">
                <a:extLst>
                  <a:ext uri="{FF2B5EF4-FFF2-40B4-BE49-F238E27FC236}">
                    <a16:creationId xmlns:a16="http://schemas.microsoft.com/office/drawing/2014/main" id="{5585B604-9E9F-44E6-82B1-560716831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4857" y="2631531"/>
                <a:ext cx="475451" cy="369332"/>
              </a:xfrm>
              <a:prstGeom prst="rect">
                <a:avLst/>
              </a:prstGeom>
              <a:blipFill>
                <a:blip r:embed="rId1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テキスト ボックス 201">
                <a:extLst>
                  <a:ext uri="{FF2B5EF4-FFF2-40B4-BE49-F238E27FC236}">
                    <a16:creationId xmlns:a16="http://schemas.microsoft.com/office/drawing/2014/main" id="{2053639F-70AB-4B0C-ADDB-C84A11FBAA4D}"/>
                  </a:ext>
                </a:extLst>
              </p:cNvPr>
              <p:cNvSpPr txBox="1"/>
              <p:nvPr/>
            </p:nvSpPr>
            <p:spPr>
              <a:xfrm>
                <a:off x="6134333" y="2631531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2" name="テキスト ボックス 201">
                <a:extLst>
                  <a:ext uri="{FF2B5EF4-FFF2-40B4-BE49-F238E27FC236}">
                    <a16:creationId xmlns:a16="http://schemas.microsoft.com/office/drawing/2014/main" id="{2053639F-70AB-4B0C-ADDB-C84A11FBA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4333" y="2631531"/>
                <a:ext cx="470129" cy="369332"/>
              </a:xfrm>
              <a:prstGeom prst="rect">
                <a:avLst/>
              </a:prstGeom>
              <a:blipFill>
                <a:blip r:embed="rId1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テキスト ボックス 202">
                <a:extLst>
                  <a:ext uri="{FF2B5EF4-FFF2-40B4-BE49-F238E27FC236}">
                    <a16:creationId xmlns:a16="http://schemas.microsoft.com/office/drawing/2014/main" id="{620B7262-3175-4A5C-B83A-4CEF6709CBDD}"/>
                  </a:ext>
                </a:extLst>
              </p:cNvPr>
              <p:cNvSpPr txBox="1"/>
              <p:nvPr/>
            </p:nvSpPr>
            <p:spPr>
              <a:xfrm>
                <a:off x="5153810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3" name="テキスト ボックス 202">
                <a:extLst>
                  <a:ext uri="{FF2B5EF4-FFF2-40B4-BE49-F238E27FC236}">
                    <a16:creationId xmlns:a16="http://schemas.microsoft.com/office/drawing/2014/main" id="{620B7262-3175-4A5C-B83A-4CEF6709C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810" y="2631531"/>
                <a:ext cx="475451" cy="369332"/>
              </a:xfrm>
              <a:prstGeom prst="rect">
                <a:avLst/>
              </a:prstGeom>
              <a:blipFill>
                <a:blip r:embed="rId1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テキスト ボックス 203">
                <a:extLst>
                  <a:ext uri="{FF2B5EF4-FFF2-40B4-BE49-F238E27FC236}">
                    <a16:creationId xmlns:a16="http://schemas.microsoft.com/office/drawing/2014/main" id="{961B1AF7-64D1-472E-B2FF-130DE8175D41}"/>
                  </a:ext>
                </a:extLst>
              </p:cNvPr>
              <p:cNvSpPr txBox="1"/>
              <p:nvPr/>
            </p:nvSpPr>
            <p:spPr>
              <a:xfrm>
                <a:off x="4173287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4" name="テキスト ボックス 203">
                <a:extLst>
                  <a:ext uri="{FF2B5EF4-FFF2-40B4-BE49-F238E27FC236}">
                    <a16:creationId xmlns:a16="http://schemas.microsoft.com/office/drawing/2014/main" id="{961B1AF7-64D1-472E-B2FF-130DE8175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3287" y="2631531"/>
                <a:ext cx="475451" cy="369332"/>
              </a:xfrm>
              <a:prstGeom prst="rect">
                <a:avLst/>
              </a:prstGeom>
              <a:blipFill>
                <a:blip r:embed="rId1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テキスト ボックス 204">
                <a:extLst>
                  <a:ext uri="{FF2B5EF4-FFF2-40B4-BE49-F238E27FC236}">
                    <a16:creationId xmlns:a16="http://schemas.microsoft.com/office/drawing/2014/main" id="{75E7CD2A-383C-41A0-AA2D-48541B037967}"/>
                  </a:ext>
                </a:extLst>
              </p:cNvPr>
              <p:cNvSpPr txBox="1"/>
              <p:nvPr/>
            </p:nvSpPr>
            <p:spPr>
              <a:xfrm>
                <a:off x="6029148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5" name="テキスト ボックス 204">
                <a:extLst>
                  <a:ext uri="{FF2B5EF4-FFF2-40B4-BE49-F238E27FC236}">
                    <a16:creationId xmlns:a16="http://schemas.microsoft.com/office/drawing/2014/main" id="{75E7CD2A-383C-41A0-AA2D-48541B0379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9148" y="3834431"/>
                <a:ext cx="485967" cy="369332"/>
              </a:xfrm>
              <a:prstGeom prst="rect">
                <a:avLst/>
              </a:prstGeom>
              <a:blipFill>
                <a:blip r:embed="rId1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テキスト ボックス 205">
                <a:extLst>
                  <a:ext uri="{FF2B5EF4-FFF2-40B4-BE49-F238E27FC236}">
                    <a16:creationId xmlns:a16="http://schemas.microsoft.com/office/drawing/2014/main" id="{6448CA5E-61EE-4461-BCEA-FB5A5DA9508A}"/>
                  </a:ext>
                </a:extLst>
              </p:cNvPr>
              <p:cNvSpPr txBox="1"/>
              <p:nvPr/>
            </p:nvSpPr>
            <p:spPr>
              <a:xfrm>
                <a:off x="5057860" y="3834431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6" name="テキスト ボックス 205">
                <a:extLst>
                  <a:ext uri="{FF2B5EF4-FFF2-40B4-BE49-F238E27FC236}">
                    <a16:creationId xmlns:a16="http://schemas.microsoft.com/office/drawing/2014/main" id="{6448CA5E-61EE-4461-BCEA-FB5A5DA95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860" y="3834431"/>
                <a:ext cx="480644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テキスト ボックス 206">
                <a:extLst>
                  <a:ext uri="{FF2B5EF4-FFF2-40B4-BE49-F238E27FC236}">
                    <a16:creationId xmlns:a16="http://schemas.microsoft.com/office/drawing/2014/main" id="{1B0B5A37-2061-4F3C-8EDB-107A2E5894CE}"/>
                  </a:ext>
                </a:extLst>
              </p:cNvPr>
              <p:cNvSpPr txBox="1"/>
              <p:nvPr/>
            </p:nvSpPr>
            <p:spPr>
              <a:xfrm>
                <a:off x="4077337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7" name="テキスト ボックス 206">
                <a:extLst>
                  <a:ext uri="{FF2B5EF4-FFF2-40B4-BE49-F238E27FC236}">
                    <a16:creationId xmlns:a16="http://schemas.microsoft.com/office/drawing/2014/main" id="{1B0B5A37-2061-4F3C-8EDB-107A2E589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337" y="3834431"/>
                <a:ext cx="485967" cy="369332"/>
              </a:xfrm>
              <a:prstGeom prst="rect">
                <a:avLst/>
              </a:prstGeom>
              <a:blipFill>
                <a:blip r:embed="rId1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テキスト ボックス 207">
                <a:extLst>
                  <a:ext uri="{FF2B5EF4-FFF2-40B4-BE49-F238E27FC236}">
                    <a16:creationId xmlns:a16="http://schemas.microsoft.com/office/drawing/2014/main" id="{9853D4C3-A7FF-4336-A205-5E80CF6A373B}"/>
                  </a:ext>
                </a:extLst>
              </p:cNvPr>
              <p:cNvSpPr txBox="1"/>
              <p:nvPr/>
            </p:nvSpPr>
            <p:spPr>
              <a:xfrm>
                <a:off x="3096814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8" name="テキスト ボックス 207">
                <a:extLst>
                  <a:ext uri="{FF2B5EF4-FFF2-40B4-BE49-F238E27FC236}">
                    <a16:creationId xmlns:a16="http://schemas.microsoft.com/office/drawing/2014/main" id="{9853D4C3-A7FF-4336-A205-5E80CF6A3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6814" y="3834431"/>
                <a:ext cx="485967" cy="369332"/>
              </a:xfrm>
              <a:prstGeom prst="rect">
                <a:avLst/>
              </a:prstGeom>
              <a:blipFill>
                <a:blip r:embed="rId1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テキスト ボックス 208">
                <a:extLst>
                  <a:ext uri="{FF2B5EF4-FFF2-40B4-BE49-F238E27FC236}">
                    <a16:creationId xmlns:a16="http://schemas.microsoft.com/office/drawing/2014/main" id="{400ACA2F-E2FC-4061-9FEE-5324AEDA5582}"/>
                  </a:ext>
                </a:extLst>
              </p:cNvPr>
              <p:cNvSpPr txBox="1"/>
              <p:nvPr/>
            </p:nvSpPr>
            <p:spPr>
              <a:xfrm>
                <a:off x="6377917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9" name="テキスト ボックス 208">
                <a:extLst>
                  <a:ext uri="{FF2B5EF4-FFF2-40B4-BE49-F238E27FC236}">
                    <a16:creationId xmlns:a16="http://schemas.microsoft.com/office/drawing/2014/main" id="{400ACA2F-E2FC-4061-9FEE-5324AEDA5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7917" y="3832146"/>
                <a:ext cx="475451" cy="369332"/>
              </a:xfrm>
              <a:prstGeom prst="rect">
                <a:avLst/>
              </a:prstGeom>
              <a:blipFill>
                <a:blip r:embed="rId1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テキスト ボックス 209">
                <a:extLst>
                  <a:ext uri="{FF2B5EF4-FFF2-40B4-BE49-F238E27FC236}">
                    <a16:creationId xmlns:a16="http://schemas.microsoft.com/office/drawing/2014/main" id="{3AC66590-7112-4665-A71E-C1EA091E9024}"/>
                  </a:ext>
                </a:extLst>
              </p:cNvPr>
              <p:cNvSpPr txBox="1"/>
              <p:nvPr/>
            </p:nvSpPr>
            <p:spPr>
              <a:xfrm>
                <a:off x="5397393" y="3832146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0" name="テキスト ボックス 209">
                <a:extLst>
                  <a:ext uri="{FF2B5EF4-FFF2-40B4-BE49-F238E27FC236}">
                    <a16:creationId xmlns:a16="http://schemas.microsoft.com/office/drawing/2014/main" id="{3AC66590-7112-4665-A71E-C1EA091E9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393" y="3832146"/>
                <a:ext cx="470129" cy="369332"/>
              </a:xfrm>
              <a:prstGeom prst="rect">
                <a:avLst/>
              </a:prstGeom>
              <a:blipFill>
                <a:blip r:embed="rId1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テキスト ボックス 210">
                <a:extLst>
                  <a:ext uri="{FF2B5EF4-FFF2-40B4-BE49-F238E27FC236}">
                    <a16:creationId xmlns:a16="http://schemas.microsoft.com/office/drawing/2014/main" id="{9ECB4B2D-F49B-47D1-9B0F-0E6B70A5B69E}"/>
                  </a:ext>
                </a:extLst>
              </p:cNvPr>
              <p:cNvSpPr txBox="1"/>
              <p:nvPr/>
            </p:nvSpPr>
            <p:spPr>
              <a:xfrm>
                <a:off x="4416870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1" name="テキスト ボックス 210">
                <a:extLst>
                  <a:ext uri="{FF2B5EF4-FFF2-40B4-BE49-F238E27FC236}">
                    <a16:creationId xmlns:a16="http://schemas.microsoft.com/office/drawing/2014/main" id="{9ECB4B2D-F49B-47D1-9B0F-0E6B70A5B6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870" y="3832146"/>
                <a:ext cx="475451" cy="369332"/>
              </a:xfrm>
              <a:prstGeom prst="rect">
                <a:avLst/>
              </a:prstGeom>
              <a:blipFill>
                <a:blip r:embed="rId1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テキスト ボックス 211">
                <a:extLst>
                  <a:ext uri="{FF2B5EF4-FFF2-40B4-BE49-F238E27FC236}">
                    <a16:creationId xmlns:a16="http://schemas.microsoft.com/office/drawing/2014/main" id="{4A9D01B0-44EC-43C0-A61D-674584A57968}"/>
                  </a:ext>
                </a:extLst>
              </p:cNvPr>
              <p:cNvSpPr txBox="1"/>
              <p:nvPr/>
            </p:nvSpPr>
            <p:spPr>
              <a:xfrm>
                <a:off x="3436347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2" name="テキスト ボックス 211">
                <a:extLst>
                  <a:ext uri="{FF2B5EF4-FFF2-40B4-BE49-F238E27FC236}">
                    <a16:creationId xmlns:a16="http://schemas.microsoft.com/office/drawing/2014/main" id="{4A9D01B0-44EC-43C0-A61D-674584A57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6347" y="3832146"/>
                <a:ext cx="475451" cy="369332"/>
              </a:xfrm>
              <a:prstGeom prst="rect">
                <a:avLst/>
              </a:prstGeom>
              <a:blipFill>
                <a:blip r:embed="rId1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3" name="直線コネクタ 212">
            <a:extLst>
              <a:ext uri="{FF2B5EF4-FFF2-40B4-BE49-F238E27FC236}">
                <a16:creationId xmlns:a16="http://schemas.microsoft.com/office/drawing/2014/main" id="{0A867D70-0F17-4513-91AB-9FAEFD58BEC2}"/>
              </a:ext>
            </a:extLst>
          </p:cNvPr>
          <p:cNvCxnSpPr>
            <a:cxnSpLocks/>
          </p:cNvCxnSpPr>
          <p:nvPr/>
        </p:nvCxnSpPr>
        <p:spPr>
          <a:xfrm>
            <a:off x="3278224" y="3049052"/>
            <a:ext cx="5455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6" name="テキスト ボックス 215">
                <a:extLst>
                  <a:ext uri="{FF2B5EF4-FFF2-40B4-BE49-F238E27FC236}">
                    <a16:creationId xmlns:a16="http://schemas.microsoft.com/office/drawing/2014/main" id="{FB7FCCC6-301C-4391-ACC7-EAF38B23EB96}"/>
                  </a:ext>
                </a:extLst>
              </p:cNvPr>
              <p:cNvSpPr txBox="1"/>
              <p:nvPr/>
            </p:nvSpPr>
            <p:spPr>
              <a:xfrm>
                <a:off x="7492102" y="234677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6" name="テキスト ボックス 215">
                <a:extLst>
                  <a:ext uri="{FF2B5EF4-FFF2-40B4-BE49-F238E27FC236}">
                    <a16:creationId xmlns:a16="http://schemas.microsoft.com/office/drawing/2014/main" id="{FB7FCCC6-301C-4391-ACC7-EAF38B23E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2102" y="2346772"/>
                <a:ext cx="590931" cy="381515"/>
              </a:xfrm>
              <a:prstGeom prst="rect">
                <a:avLst/>
              </a:prstGeom>
              <a:blipFill>
                <a:blip r:embed="rId1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テキスト ボックス 216">
                <a:extLst>
                  <a:ext uri="{FF2B5EF4-FFF2-40B4-BE49-F238E27FC236}">
                    <a16:creationId xmlns:a16="http://schemas.microsoft.com/office/drawing/2014/main" id="{5E99382E-0304-4545-8E41-7111DDD166EB}"/>
                  </a:ext>
                </a:extLst>
              </p:cNvPr>
              <p:cNvSpPr txBox="1"/>
              <p:nvPr/>
            </p:nvSpPr>
            <p:spPr>
              <a:xfrm>
                <a:off x="6458531" y="232094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7" name="テキスト ボックス 216">
                <a:extLst>
                  <a:ext uri="{FF2B5EF4-FFF2-40B4-BE49-F238E27FC236}">
                    <a16:creationId xmlns:a16="http://schemas.microsoft.com/office/drawing/2014/main" id="{5E99382E-0304-4545-8E41-7111DDD166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531" y="2320942"/>
                <a:ext cx="590931" cy="381515"/>
              </a:xfrm>
              <a:prstGeom prst="rect">
                <a:avLst/>
              </a:prstGeom>
              <a:blipFill>
                <a:blip r:embed="rId1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テキスト ボックス 217">
                <a:extLst>
                  <a:ext uri="{FF2B5EF4-FFF2-40B4-BE49-F238E27FC236}">
                    <a16:creationId xmlns:a16="http://schemas.microsoft.com/office/drawing/2014/main" id="{505CFED1-97D2-4291-A29F-1AC9103A1BC4}"/>
                  </a:ext>
                </a:extLst>
              </p:cNvPr>
              <p:cNvSpPr txBox="1"/>
              <p:nvPr/>
            </p:nvSpPr>
            <p:spPr>
              <a:xfrm>
                <a:off x="5487345" y="229467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8" name="テキスト ボックス 217">
                <a:extLst>
                  <a:ext uri="{FF2B5EF4-FFF2-40B4-BE49-F238E27FC236}">
                    <a16:creationId xmlns:a16="http://schemas.microsoft.com/office/drawing/2014/main" id="{505CFED1-97D2-4291-A29F-1AC9103A1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7345" y="2294672"/>
                <a:ext cx="590931" cy="381515"/>
              </a:xfrm>
              <a:prstGeom prst="rect">
                <a:avLst/>
              </a:prstGeom>
              <a:blipFill>
                <a:blip r:embed="rId1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テキスト ボックス 218">
                <a:extLst>
                  <a:ext uri="{FF2B5EF4-FFF2-40B4-BE49-F238E27FC236}">
                    <a16:creationId xmlns:a16="http://schemas.microsoft.com/office/drawing/2014/main" id="{58133005-A007-4F24-B545-CEA7A6645AAD}"/>
                  </a:ext>
                </a:extLst>
              </p:cNvPr>
              <p:cNvSpPr txBox="1"/>
              <p:nvPr/>
            </p:nvSpPr>
            <p:spPr>
              <a:xfrm>
                <a:off x="4516159" y="226840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9" name="テキスト ボックス 218">
                <a:extLst>
                  <a:ext uri="{FF2B5EF4-FFF2-40B4-BE49-F238E27FC236}">
                    <a16:creationId xmlns:a16="http://schemas.microsoft.com/office/drawing/2014/main" id="{58133005-A007-4F24-B545-CEA7A6645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6159" y="2268402"/>
                <a:ext cx="590931" cy="381515"/>
              </a:xfrm>
              <a:prstGeom prst="rect">
                <a:avLst/>
              </a:prstGeom>
              <a:blipFill>
                <a:blip r:embed="rId1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4" name="直線コネクタ 223">
            <a:extLst>
              <a:ext uri="{FF2B5EF4-FFF2-40B4-BE49-F238E27FC236}">
                <a16:creationId xmlns:a16="http://schemas.microsoft.com/office/drawing/2014/main" id="{B0E9F319-3CEA-4BD7-8DD6-0273219BBB9F}"/>
              </a:ext>
            </a:extLst>
          </p:cNvPr>
          <p:cNvCxnSpPr>
            <a:cxnSpLocks/>
          </p:cNvCxnSpPr>
          <p:nvPr/>
        </p:nvCxnSpPr>
        <p:spPr>
          <a:xfrm flipV="1">
            <a:off x="2768187" y="4238943"/>
            <a:ext cx="0" cy="8420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線コネクタ 230">
            <a:extLst>
              <a:ext uri="{FF2B5EF4-FFF2-40B4-BE49-F238E27FC236}">
                <a16:creationId xmlns:a16="http://schemas.microsoft.com/office/drawing/2014/main" id="{BC6844CA-2CFC-435C-855E-A6884AD34D22}"/>
              </a:ext>
            </a:extLst>
          </p:cNvPr>
          <p:cNvCxnSpPr/>
          <p:nvPr/>
        </p:nvCxnSpPr>
        <p:spPr>
          <a:xfrm flipV="1">
            <a:off x="7300830" y="3349729"/>
            <a:ext cx="0" cy="5464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線コネクタ 231">
            <a:extLst>
              <a:ext uri="{FF2B5EF4-FFF2-40B4-BE49-F238E27FC236}">
                <a16:creationId xmlns:a16="http://schemas.microsoft.com/office/drawing/2014/main" id="{4B0D25C8-7661-44B1-BB44-2C5A6F9F128B}"/>
              </a:ext>
            </a:extLst>
          </p:cNvPr>
          <p:cNvCxnSpPr/>
          <p:nvPr/>
        </p:nvCxnSpPr>
        <p:spPr>
          <a:xfrm flipV="1">
            <a:off x="8003562" y="2181336"/>
            <a:ext cx="0" cy="5464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テキスト ボックス 232">
                <a:extLst>
                  <a:ext uri="{FF2B5EF4-FFF2-40B4-BE49-F238E27FC236}">
                    <a16:creationId xmlns:a16="http://schemas.microsoft.com/office/drawing/2014/main" id="{E0C23610-3965-4B8B-B82D-992D4B19A5F1}"/>
                  </a:ext>
                </a:extLst>
              </p:cNvPr>
              <p:cNvSpPr txBox="1"/>
              <p:nvPr/>
            </p:nvSpPr>
            <p:spPr>
              <a:xfrm>
                <a:off x="3499476" y="226367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3" name="テキスト ボックス 232">
                <a:extLst>
                  <a:ext uri="{FF2B5EF4-FFF2-40B4-BE49-F238E27FC236}">
                    <a16:creationId xmlns:a16="http://schemas.microsoft.com/office/drawing/2014/main" id="{E0C23610-3965-4B8B-B82D-992D4B19A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476" y="2263674"/>
                <a:ext cx="590931" cy="381515"/>
              </a:xfrm>
              <a:prstGeom prst="rect">
                <a:avLst/>
              </a:prstGeom>
              <a:blipFill>
                <a:blip r:embed="rId1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テキスト ボックス 233">
                <a:extLst>
                  <a:ext uri="{FF2B5EF4-FFF2-40B4-BE49-F238E27FC236}">
                    <a16:creationId xmlns:a16="http://schemas.microsoft.com/office/drawing/2014/main" id="{305D27EC-BE9B-4027-A89B-2436AFE972DB}"/>
                  </a:ext>
                </a:extLst>
              </p:cNvPr>
              <p:cNvSpPr txBox="1"/>
              <p:nvPr/>
            </p:nvSpPr>
            <p:spPr>
              <a:xfrm>
                <a:off x="6789767" y="355281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4" name="テキスト ボックス 233">
                <a:extLst>
                  <a:ext uri="{FF2B5EF4-FFF2-40B4-BE49-F238E27FC236}">
                    <a16:creationId xmlns:a16="http://schemas.microsoft.com/office/drawing/2014/main" id="{305D27EC-BE9B-4027-A89B-2436AFE97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767" y="3552819"/>
                <a:ext cx="585610" cy="381515"/>
              </a:xfrm>
              <a:prstGeom prst="rect">
                <a:avLst/>
              </a:prstGeom>
              <a:blipFill>
                <a:blip r:embed="rId1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テキスト ボックス 234">
                <a:extLst>
                  <a:ext uri="{FF2B5EF4-FFF2-40B4-BE49-F238E27FC236}">
                    <a16:creationId xmlns:a16="http://schemas.microsoft.com/office/drawing/2014/main" id="{31B7EB45-5BED-44E4-AF81-2559D283A090}"/>
                  </a:ext>
                </a:extLst>
              </p:cNvPr>
              <p:cNvSpPr txBox="1"/>
              <p:nvPr/>
            </p:nvSpPr>
            <p:spPr>
              <a:xfrm>
                <a:off x="5756196" y="352698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5" name="テキスト ボックス 234">
                <a:extLst>
                  <a:ext uri="{FF2B5EF4-FFF2-40B4-BE49-F238E27FC236}">
                    <a16:creationId xmlns:a16="http://schemas.microsoft.com/office/drawing/2014/main" id="{31B7EB45-5BED-44E4-AF81-2559D283A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6196" y="3526989"/>
                <a:ext cx="585610" cy="381515"/>
              </a:xfrm>
              <a:prstGeom prst="rect">
                <a:avLst/>
              </a:prstGeom>
              <a:blipFill>
                <a:blip r:embed="rId1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テキスト ボックス 235">
                <a:extLst>
                  <a:ext uri="{FF2B5EF4-FFF2-40B4-BE49-F238E27FC236}">
                    <a16:creationId xmlns:a16="http://schemas.microsoft.com/office/drawing/2014/main" id="{A592BB2A-7159-467D-A43A-3BF30D808AAD}"/>
                  </a:ext>
                </a:extLst>
              </p:cNvPr>
              <p:cNvSpPr txBox="1"/>
              <p:nvPr/>
            </p:nvSpPr>
            <p:spPr>
              <a:xfrm>
                <a:off x="4785010" y="350071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6" name="テキスト ボックス 235">
                <a:extLst>
                  <a:ext uri="{FF2B5EF4-FFF2-40B4-BE49-F238E27FC236}">
                    <a16:creationId xmlns:a16="http://schemas.microsoft.com/office/drawing/2014/main" id="{A592BB2A-7159-467D-A43A-3BF30D808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010" y="3500719"/>
                <a:ext cx="585610" cy="381515"/>
              </a:xfrm>
              <a:prstGeom prst="rect">
                <a:avLst/>
              </a:prstGeom>
              <a:blipFill>
                <a:blip r:embed="rId1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テキスト ボックス 236">
                <a:extLst>
                  <a:ext uri="{FF2B5EF4-FFF2-40B4-BE49-F238E27FC236}">
                    <a16:creationId xmlns:a16="http://schemas.microsoft.com/office/drawing/2014/main" id="{436A89A1-6656-42E0-8E13-C642BF415454}"/>
                  </a:ext>
                </a:extLst>
              </p:cNvPr>
              <p:cNvSpPr txBox="1"/>
              <p:nvPr/>
            </p:nvSpPr>
            <p:spPr>
              <a:xfrm>
                <a:off x="3813824" y="347444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7" name="テキスト ボックス 236">
                <a:extLst>
                  <a:ext uri="{FF2B5EF4-FFF2-40B4-BE49-F238E27FC236}">
                    <a16:creationId xmlns:a16="http://schemas.microsoft.com/office/drawing/2014/main" id="{436A89A1-6656-42E0-8E13-C642BF415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3824" y="3474449"/>
                <a:ext cx="585610" cy="381515"/>
              </a:xfrm>
              <a:prstGeom prst="rect">
                <a:avLst/>
              </a:prstGeom>
              <a:blipFill>
                <a:blip r:embed="rId1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テキスト ボックス 237">
                <a:extLst>
                  <a:ext uri="{FF2B5EF4-FFF2-40B4-BE49-F238E27FC236}">
                    <a16:creationId xmlns:a16="http://schemas.microsoft.com/office/drawing/2014/main" id="{74FD9F8F-807F-47E7-A923-7ED1102FF7E8}"/>
                  </a:ext>
                </a:extLst>
              </p:cNvPr>
              <p:cNvSpPr txBox="1"/>
              <p:nvPr/>
            </p:nvSpPr>
            <p:spPr>
              <a:xfrm>
                <a:off x="2797141" y="3469721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8" name="テキスト ボックス 237">
                <a:extLst>
                  <a:ext uri="{FF2B5EF4-FFF2-40B4-BE49-F238E27FC236}">
                    <a16:creationId xmlns:a16="http://schemas.microsoft.com/office/drawing/2014/main" id="{74FD9F8F-807F-47E7-A923-7ED1102FF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7141" y="3469721"/>
                <a:ext cx="585610" cy="381515"/>
              </a:xfrm>
              <a:prstGeom prst="rect">
                <a:avLst/>
              </a:prstGeom>
              <a:blipFill>
                <a:blip r:embed="rId1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テキスト ボックス 238">
                <a:extLst>
                  <a:ext uri="{FF2B5EF4-FFF2-40B4-BE49-F238E27FC236}">
                    <a16:creationId xmlns:a16="http://schemas.microsoft.com/office/drawing/2014/main" id="{67590F4B-3950-4077-BA54-022C4DC656F2}"/>
                  </a:ext>
                </a:extLst>
              </p:cNvPr>
              <p:cNvSpPr txBox="1"/>
              <p:nvPr/>
            </p:nvSpPr>
            <p:spPr>
              <a:xfrm>
                <a:off x="6051661" y="456308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9" name="テキスト ボックス 238">
                <a:extLst>
                  <a:ext uri="{FF2B5EF4-FFF2-40B4-BE49-F238E27FC236}">
                    <a16:creationId xmlns:a16="http://schemas.microsoft.com/office/drawing/2014/main" id="{67590F4B-3950-4077-BA54-022C4DC656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661" y="4563084"/>
                <a:ext cx="590931" cy="381515"/>
              </a:xfrm>
              <a:prstGeom prst="rect">
                <a:avLst/>
              </a:prstGeom>
              <a:blipFill>
                <a:blip r:embed="rId1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テキスト ボックス 239">
                <a:extLst>
                  <a:ext uri="{FF2B5EF4-FFF2-40B4-BE49-F238E27FC236}">
                    <a16:creationId xmlns:a16="http://schemas.microsoft.com/office/drawing/2014/main" id="{4817BA6C-0E61-4062-950B-4A3C5FD224BD}"/>
                  </a:ext>
                </a:extLst>
              </p:cNvPr>
              <p:cNvSpPr txBox="1"/>
              <p:nvPr/>
            </p:nvSpPr>
            <p:spPr>
              <a:xfrm>
                <a:off x="5018090" y="453725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0" name="テキスト ボックス 239">
                <a:extLst>
                  <a:ext uri="{FF2B5EF4-FFF2-40B4-BE49-F238E27FC236}">
                    <a16:creationId xmlns:a16="http://schemas.microsoft.com/office/drawing/2014/main" id="{4817BA6C-0E61-4062-950B-4A3C5FD22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8090" y="4537254"/>
                <a:ext cx="590931" cy="381515"/>
              </a:xfrm>
              <a:prstGeom prst="rect">
                <a:avLst/>
              </a:prstGeom>
              <a:blipFill>
                <a:blip r:embed="rId1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テキスト ボックス 240">
                <a:extLst>
                  <a:ext uri="{FF2B5EF4-FFF2-40B4-BE49-F238E27FC236}">
                    <a16:creationId xmlns:a16="http://schemas.microsoft.com/office/drawing/2014/main" id="{4D2BC63B-3090-412C-9655-E341BA6B79BB}"/>
                  </a:ext>
                </a:extLst>
              </p:cNvPr>
              <p:cNvSpPr txBox="1"/>
              <p:nvPr/>
            </p:nvSpPr>
            <p:spPr>
              <a:xfrm>
                <a:off x="4046904" y="451098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1" name="テキスト ボックス 240">
                <a:extLst>
                  <a:ext uri="{FF2B5EF4-FFF2-40B4-BE49-F238E27FC236}">
                    <a16:creationId xmlns:a16="http://schemas.microsoft.com/office/drawing/2014/main" id="{4D2BC63B-3090-412C-9655-E341BA6B79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04" y="4510984"/>
                <a:ext cx="590931" cy="381515"/>
              </a:xfrm>
              <a:prstGeom prst="rect">
                <a:avLst/>
              </a:prstGeom>
              <a:blipFill>
                <a:blip r:embed="rId1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テキスト ボックス 241">
                <a:extLst>
                  <a:ext uri="{FF2B5EF4-FFF2-40B4-BE49-F238E27FC236}">
                    <a16:creationId xmlns:a16="http://schemas.microsoft.com/office/drawing/2014/main" id="{7956E679-6F88-40C7-BF4A-7AEF05BC2F95}"/>
                  </a:ext>
                </a:extLst>
              </p:cNvPr>
              <p:cNvSpPr txBox="1"/>
              <p:nvPr/>
            </p:nvSpPr>
            <p:spPr>
              <a:xfrm>
                <a:off x="3058367" y="4550260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2" name="テキスト ボックス 241">
                <a:extLst>
                  <a:ext uri="{FF2B5EF4-FFF2-40B4-BE49-F238E27FC236}">
                    <a16:creationId xmlns:a16="http://schemas.microsoft.com/office/drawing/2014/main" id="{7956E679-6F88-40C7-BF4A-7AEF05BC2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367" y="4550260"/>
                <a:ext cx="590931" cy="381515"/>
              </a:xfrm>
              <a:prstGeom prst="rect">
                <a:avLst/>
              </a:prstGeom>
              <a:blipFill>
                <a:blip r:embed="rId1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テキスト ボックス 242">
                <a:extLst>
                  <a:ext uri="{FF2B5EF4-FFF2-40B4-BE49-F238E27FC236}">
                    <a16:creationId xmlns:a16="http://schemas.microsoft.com/office/drawing/2014/main" id="{3AAC4C6A-70EA-46B1-B3EE-FA380A3F1841}"/>
                  </a:ext>
                </a:extLst>
              </p:cNvPr>
              <p:cNvSpPr txBox="1"/>
              <p:nvPr/>
            </p:nvSpPr>
            <p:spPr>
              <a:xfrm>
                <a:off x="2274947" y="4550259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3" name="テキスト ボックス 242">
                <a:extLst>
                  <a:ext uri="{FF2B5EF4-FFF2-40B4-BE49-F238E27FC236}">
                    <a16:creationId xmlns:a16="http://schemas.microsoft.com/office/drawing/2014/main" id="{3AAC4C6A-70EA-46B1-B3EE-FA380A3F1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7" y="4550259"/>
                <a:ext cx="590931" cy="381515"/>
              </a:xfrm>
              <a:prstGeom prst="rect">
                <a:avLst/>
              </a:prstGeom>
              <a:blipFill>
                <a:blip r:embed="rId1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23243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175</Words>
  <Application>Microsoft Office PowerPoint</Application>
  <PresentationFormat>ワイド画面</PresentationFormat>
  <Paragraphs>157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中野　浩嗣</dc:creator>
  <cp:lastModifiedBy>nakano</cp:lastModifiedBy>
  <cp:revision>28</cp:revision>
  <dcterms:created xsi:type="dcterms:W3CDTF">2025-12-04T23:28:40Z</dcterms:created>
  <dcterms:modified xsi:type="dcterms:W3CDTF">2026-01-06T10:59:59Z</dcterms:modified>
</cp:coreProperties>
</file>