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160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CA8BD8-3F76-448C-9EC3-9ACAC990C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4487B0D-585B-4CEF-9521-97D4EFA7EA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DEB4F3-EF5A-4767-A8AD-D4E71E2B0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110ABA-6D1D-4209-92F1-9D0F876E4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71D53B-1E92-488F-AE2A-CCAA42026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7830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512553-C3F8-4DDC-861C-3EF27F1A6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F008621-6684-49C8-883E-4C7ADC40A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329EF3-B53E-4B8A-B2E6-A39268364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9C84A8-CE21-4F4C-8784-8C1B070CA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C9BF0F-23D4-4AEC-9140-01D572B2A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1730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F76FE-8266-41DD-83A1-5157380F1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AC5A144-2A2B-4DF0-8E3F-151FFBDA43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81F5A0-32F5-4F28-9C98-EF9F0B8F0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097FA1-1522-4A6E-9687-A79D430D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305DC9-A944-45EC-803E-8DF6D4BCB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7715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E3DA3F-5A1B-42B6-AE7E-5A3768704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AB1AF8-42C1-4F8A-ACC4-455F479F88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EB2FFF8-2AE2-4E4E-AF5D-F0ACD31115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09B2120-2379-478C-A1C9-B25D77C2C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AF8A63-8CC3-447F-A08D-A16BDADCC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F9917C-D281-4B65-B02F-48D76332B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2758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130937-76BA-4980-93C7-0237CC8C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1D50A8-AD34-459C-94EB-9DFDAE21B9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FE533B2-3CF2-46EC-A0A5-7555B53BE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72C9A25-4910-4226-B5F5-0C083053ED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D9E8CFF-613A-4105-AECB-C80AB16E2F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B44C260-AC28-413F-A423-379ED4973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17DCEBA-2E64-4BBF-9C55-A05BA90A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9A78B20-2082-4DC7-922F-7CD7AD84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3567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39DC4-E237-4C2E-B934-81A401B76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2179B8B-21FA-42D7-BD23-76170ADE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BB4EF7-9896-4BBC-BCED-31BA01FA3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F38B41A-14CE-46B1-9F12-B928FEE79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0870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AD89B24-2332-4B40-9753-6F1964E2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65958F-20FA-4652-9846-5415BCC55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65CE8D0-B6CC-4204-A4A2-2B0E8A271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6386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2BA907-08A9-4CF7-9711-0C1614C9F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12AC17-A1A1-43BC-89BF-5BC51A90A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9151C08-0C74-41E2-8933-EC68499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4005F21-7A8D-4FBA-AE20-E5A5891C1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6A5F18-D394-4C43-9B56-62BFD7AAC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58E830F-C5D0-4CEF-AB5A-1ED88FD71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1413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6D8865-827E-4048-82A8-D6389B10D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BC9FEB6-28D9-4059-BC34-736DFE362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AEEE850-0867-44CF-8C0D-6693C2BBD4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DA0B69-A449-4090-852F-778DDCB8B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036D26-8098-4206-849A-C505B532F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379A81-5F5E-4093-AF70-15009C42D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674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0EB472-009C-47AE-B284-3B371C1EF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5F7A93F-97E0-4CCB-94D2-68042EF61E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A5F6DB-AF79-44D7-A856-B58DC8F87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BCEAFF-B8AE-431A-BB41-161322A68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48062B-4BC5-4423-B759-E57721F04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2325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A03C26F-911F-483D-9D15-F71CFF759F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935B17F-5504-4A0B-82B0-8EAB7DEA8E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AAE869-5EE1-495A-B9EA-660B60DA6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F10953-EF03-47E4-9BC4-9C678E63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AD7EC5-806B-4D9A-8AC2-4F1F7D5BC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5371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B2E4B84-E530-434E-AB23-D960F5665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874A17F-EA6F-4B02-BA22-7F6B3BB24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53502C-7CE0-47E6-A641-95C1244B5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749A5A-0767-4D13-9CC0-3A8774588994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64765A-0107-4632-ABB8-C1B4F51D51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4101EB-2050-43EC-8C8D-9544BF4B8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9847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C346AFB6-09A9-40FC-B672-F479126612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26915"/>
                  </p:ext>
                </p:extLst>
              </p:nvPr>
            </p:nvGraphicFramePr>
            <p:xfrm>
              <a:off x="1924657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C346AFB6-09A9-40FC-B672-F479126612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26915"/>
                  </p:ext>
                </p:extLst>
              </p:nvPr>
            </p:nvGraphicFramePr>
            <p:xfrm>
              <a:off x="1924657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1695" r="-305085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695" r="-20000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1695" r="-10339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1695" r="-3390" b="-305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100000" r="-3050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00000" r="-20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100000" r="-10339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100000" r="-339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203390" r="-305085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03390" r="-20000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203390" r="-10339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203390" r="-3390" b="-10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303390" r="-305085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03390" r="-20000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303390" r="-10339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303390" r="-3390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47BB313B-80AB-4924-9FE2-AC163408B8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083553"/>
                  </p:ext>
                </p:extLst>
              </p:nvPr>
            </p:nvGraphicFramePr>
            <p:xfrm>
              <a:off x="3797959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游ゴシック" panose="020B0400000000000000" pitchFamily="50" charset="-128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47BB313B-80AB-4924-9FE2-AC163408B8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083553"/>
                  </p:ext>
                </p:extLst>
              </p:nvPr>
            </p:nvGraphicFramePr>
            <p:xfrm>
              <a:off x="3797959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1695" r="-305085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1695" r="-20000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1695" r="-10339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1695" r="-3390" b="-305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100000" r="-3050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100000" r="-20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100000" r="-10339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100000" r="-339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203390" r="-305085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03390" r="-20000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203390" r="-10339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203390" r="-3390" b="-10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303390" r="-305085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303390" r="-20000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303390" r="-10339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303390" r="-3390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17114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B8C8D63A-F3E4-489B-923E-5514C682ED21}"/>
              </a:ext>
            </a:extLst>
          </p:cNvPr>
          <p:cNvGrpSpPr/>
          <p:nvPr/>
        </p:nvGrpSpPr>
        <p:grpSpPr>
          <a:xfrm>
            <a:off x="924571" y="950017"/>
            <a:ext cx="3090080" cy="2489870"/>
            <a:chOff x="924571" y="950017"/>
            <a:chExt cx="3090080" cy="2489870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B5C4AFB9-3AFD-402C-9604-3451ABAFED6D}"/>
                </a:ext>
              </a:extLst>
            </p:cNvPr>
            <p:cNvGrpSpPr/>
            <p:nvPr/>
          </p:nvGrpSpPr>
          <p:grpSpPr>
            <a:xfrm>
              <a:off x="1706880" y="1254034"/>
              <a:ext cx="2307771" cy="278675"/>
              <a:chOff x="1706880" y="1254034"/>
              <a:chExt cx="2307771" cy="278675"/>
            </a:xfrm>
          </p:grpSpPr>
          <p:sp>
            <p:nvSpPr>
              <p:cNvPr id="4" name="楕円 3">
                <a:extLst>
                  <a:ext uri="{FF2B5EF4-FFF2-40B4-BE49-F238E27FC236}">
                    <a16:creationId xmlns:a16="http://schemas.microsoft.com/office/drawing/2014/main" id="{954D4518-3D5D-4F31-B275-D6317E040278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楕円 17">
                <a:extLst>
                  <a:ext uri="{FF2B5EF4-FFF2-40B4-BE49-F238E27FC236}">
                    <a16:creationId xmlns:a16="http://schemas.microsoft.com/office/drawing/2014/main" id="{DFE7B651-7FD6-4BC3-8D98-F684D8A2C3A5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E546F7E1-DFFB-41BE-ACB9-B12F1A9A60BF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B2249FF5-7284-4FD6-9016-1079E35DF959}"/>
                </a:ext>
              </a:extLst>
            </p:cNvPr>
            <p:cNvGrpSpPr/>
            <p:nvPr/>
          </p:nvGrpSpPr>
          <p:grpSpPr>
            <a:xfrm>
              <a:off x="1706880" y="2207623"/>
              <a:ext cx="2307771" cy="278675"/>
              <a:chOff x="1706880" y="1254034"/>
              <a:chExt cx="2307771" cy="278675"/>
            </a:xfrm>
          </p:grpSpPr>
          <p:sp>
            <p:nvSpPr>
              <p:cNvPr id="22" name="楕円 21">
                <a:extLst>
                  <a:ext uri="{FF2B5EF4-FFF2-40B4-BE49-F238E27FC236}">
                    <a16:creationId xmlns:a16="http://schemas.microsoft.com/office/drawing/2014/main" id="{E5605DAB-01AB-48FF-94AB-BC95E5B650FA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楕円 22">
                <a:extLst>
                  <a:ext uri="{FF2B5EF4-FFF2-40B4-BE49-F238E27FC236}">
                    <a16:creationId xmlns:a16="http://schemas.microsoft.com/office/drawing/2014/main" id="{8B9F2FDB-9C2C-4F94-AE0E-F40CA4B0CF4B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楕円 23">
                <a:extLst>
                  <a:ext uri="{FF2B5EF4-FFF2-40B4-BE49-F238E27FC236}">
                    <a16:creationId xmlns:a16="http://schemas.microsoft.com/office/drawing/2014/main" id="{36FAC5ED-6670-4CF7-9BFC-4319440C276F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5" name="グループ化 24">
              <a:extLst>
                <a:ext uri="{FF2B5EF4-FFF2-40B4-BE49-F238E27FC236}">
                  <a16:creationId xmlns:a16="http://schemas.microsoft.com/office/drawing/2014/main" id="{6CC17413-C3E6-4831-9E5C-623E20CFFDC6}"/>
                </a:ext>
              </a:extLst>
            </p:cNvPr>
            <p:cNvGrpSpPr/>
            <p:nvPr/>
          </p:nvGrpSpPr>
          <p:grpSpPr>
            <a:xfrm>
              <a:off x="1706880" y="3161212"/>
              <a:ext cx="2307771" cy="278675"/>
              <a:chOff x="1706880" y="1254034"/>
              <a:chExt cx="2307771" cy="278675"/>
            </a:xfrm>
          </p:grpSpPr>
          <p:sp>
            <p:nvSpPr>
              <p:cNvPr id="26" name="楕円 25">
                <a:extLst>
                  <a:ext uri="{FF2B5EF4-FFF2-40B4-BE49-F238E27FC236}">
                    <a16:creationId xmlns:a16="http://schemas.microsoft.com/office/drawing/2014/main" id="{C5CE0404-8512-42F5-8229-E82F02E9C8CF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楕円 26">
                <a:extLst>
                  <a:ext uri="{FF2B5EF4-FFF2-40B4-BE49-F238E27FC236}">
                    <a16:creationId xmlns:a16="http://schemas.microsoft.com/office/drawing/2014/main" id="{60472D44-9836-43B8-A92C-C8FE66FA5A27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8" name="楕円 27">
                <a:extLst>
                  <a:ext uri="{FF2B5EF4-FFF2-40B4-BE49-F238E27FC236}">
                    <a16:creationId xmlns:a16="http://schemas.microsoft.com/office/drawing/2014/main" id="{6392F111-975B-4540-AFD0-225E66F8E20D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E075A796-619B-4448-A58E-DB773C7EA41D}"/>
                </a:ext>
              </a:extLst>
            </p:cNvPr>
            <p:cNvGrpSpPr/>
            <p:nvPr/>
          </p:nvGrpSpPr>
          <p:grpSpPr>
            <a:xfrm>
              <a:off x="984182" y="950017"/>
              <a:ext cx="2913520" cy="373686"/>
              <a:chOff x="1280004" y="919536"/>
              <a:chExt cx="2913520" cy="37368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テキスト ボックス 16">
                    <a:extLst>
                      <a:ext uri="{FF2B5EF4-FFF2-40B4-BE49-F238E27FC236}">
                        <a16:creationId xmlns:a16="http://schemas.microsoft.com/office/drawing/2014/main" id="{1E721D3E-07FC-40FD-8180-1CE3AD0747D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17" name="テキスト ボックス 16">
                    <a:extLst>
                      <a:ext uri="{FF2B5EF4-FFF2-40B4-BE49-F238E27FC236}">
                        <a16:creationId xmlns:a16="http://schemas.microsoft.com/office/drawing/2014/main" id="{1E721D3E-07FC-40FD-8180-1CE3AD074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747320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" name="テキスト ボックス 28">
                    <a:extLst>
                      <a:ext uri="{FF2B5EF4-FFF2-40B4-BE49-F238E27FC236}">
                        <a16:creationId xmlns:a16="http://schemas.microsoft.com/office/drawing/2014/main" id="{003B9C99-AEE0-45E2-9D9E-DDE7BFDCFA92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29" name="テキスト ボックス 28">
                    <a:extLst>
                      <a:ext uri="{FF2B5EF4-FFF2-40B4-BE49-F238E27FC236}">
                        <a16:creationId xmlns:a16="http://schemas.microsoft.com/office/drawing/2014/main" id="{003B9C99-AEE0-45E2-9D9E-DDE7BFDCFA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459" r="-11475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" name="テキスト ボックス 29">
                    <a:extLst>
                      <a:ext uri="{FF2B5EF4-FFF2-40B4-BE49-F238E27FC236}">
                        <a16:creationId xmlns:a16="http://schemas.microsoft.com/office/drawing/2014/main" id="{FCB2466C-B9A4-49C5-A061-A9746621A3C3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0" name="テキスト ボックス 29">
                    <a:extLst>
                      <a:ext uri="{FF2B5EF4-FFF2-40B4-BE49-F238E27FC236}">
                        <a16:creationId xmlns:a16="http://schemas.microsoft.com/office/drawing/2014/main" id="{FCB2466C-B9A4-49C5-A061-A9746621A3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875561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647F9E3E-CCBE-4D36-BBBA-9DDE0BBD91B8}"/>
                </a:ext>
              </a:extLst>
            </p:cNvPr>
            <p:cNvGrpSpPr/>
            <p:nvPr/>
          </p:nvGrpSpPr>
          <p:grpSpPr>
            <a:xfrm>
              <a:off x="924571" y="1919238"/>
              <a:ext cx="3041760" cy="373686"/>
              <a:chOff x="1280004" y="919536"/>
              <a:chExt cx="3041760" cy="37368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D0ED91C-DD61-4D68-BD5F-555659F81800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D0ED91C-DD61-4D68-BD5F-555659F818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21A3DAD4-09C2-4FFC-A8A0-2D622BEFB99C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21A3DAD4-09C2-4FFC-A8A0-2D622BEFB9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459" r="-27869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F0A1110E-2967-4851-AF27-7A4B71A77BDC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F0A1110E-2967-4851-AF27-7A4B71A77B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F375AF02-448E-4C8C-950C-0DD8988D99E3}"/>
                </a:ext>
              </a:extLst>
            </p:cNvPr>
            <p:cNvGrpSpPr/>
            <p:nvPr/>
          </p:nvGrpSpPr>
          <p:grpSpPr>
            <a:xfrm>
              <a:off x="955474" y="2835032"/>
              <a:ext cx="3041760" cy="373686"/>
              <a:chOff x="1280004" y="919536"/>
              <a:chExt cx="3041760" cy="37368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50623F74-B7D5-407F-87AB-71D76738E2DB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50623F74-B7D5-407F-87AB-71D76738E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9C32AC4A-335E-4715-90CE-B22CBC09858C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9C32AC4A-335E-4715-90CE-B22CBC0985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459" r="-27869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テキスト ボックス 38">
                    <a:extLst>
                      <a:ext uri="{FF2B5EF4-FFF2-40B4-BE49-F238E27FC236}">
                        <a16:creationId xmlns:a16="http://schemas.microsoft.com/office/drawing/2014/main" id="{B6F16E49-AC85-4F43-A658-B5F20FAD2BB6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9" name="テキスト ボックス 38">
                    <a:extLst>
                      <a:ext uri="{FF2B5EF4-FFF2-40B4-BE49-F238E27FC236}">
                        <a16:creationId xmlns:a16="http://schemas.microsoft.com/office/drawing/2014/main" id="{B6F16E49-AC85-4F43-A658-B5F20FAD2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5FA559B0-254B-4363-9DEF-939D79D8CCA5}"/>
                </a:ext>
              </a:extLst>
            </p:cNvPr>
            <p:cNvCxnSpPr>
              <a:stCxn id="4" idx="6"/>
              <a:endCxn id="18" idx="2"/>
            </p:cNvCxnSpPr>
            <p:nvPr/>
          </p:nvCxnSpPr>
          <p:spPr>
            <a:xfrm>
              <a:off x="1985555" y="1393372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5F42B31-812D-4201-A831-C1A08318862D}"/>
                </a:ext>
              </a:extLst>
            </p:cNvPr>
            <p:cNvCxnSpPr>
              <a:cxnSpLocks/>
              <a:stCxn id="18" idx="6"/>
              <a:endCxn id="19" idx="2"/>
            </p:cNvCxnSpPr>
            <p:nvPr/>
          </p:nvCxnSpPr>
          <p:spPr>
            <a:xfrm>
              <a:off x="3000103" y="1393372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D805CF5F-3CAF-4D62-A573-9FE2896E2317}"/>
                </a:ext>
              </a:extLst>
            </p:cNvPr>
            <p:cNvCxnSpPr>
              <a:cxnSpLocks/>
              <a:stCxn id="19" idx="4"/>
            </p:cNvCxnSpPr>
            <p:nvPr/>
          </p:nvCxnSpPr>
          <p:spPr>
            <a:xfrm>
              <a:off x="3875314" y="1532709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F1D9C672-A13B-48D2-BB7B-FFA6EB696702}"/>
                </a:ext>
              </a:extLst>
            </p:cNvPr>
            <p:cNvCxnSpPr>
              <a:cxnSpLocks/>
              <a:stCxn id="24" idx="4"/>
            </p:cNvCxnSpPr>
            <p:nvPr/>
          </p:nvCxnSpPr>
          <p:spPr>
            <a:xfrm flipH="1">
              <a:off x="3875313" y="2486298"/>
              <a:ext cx="1" cy="68920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41BF49C8-6EEB-4DC2-9D18-DFC9E23B9228}"/>
                </a:ext>
              </a:extLst>
            </p:cNvPr>
            <p:cNvCxnSpPr>
              <a:cxnSpLocks/>
              <a:stCxn id="28" idx="2"/>
              <a:endCxn id="27" idx="6"/>
            </p:cNvCxnSpPr>
            <p:nvPr/>
          </p:nvCxnSpPr>
          <p:spPr>
            <a:xfrm flipH="1">
              <a:off x="3000103" y="3300550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48567B7A-D359-4540-B6D2-50E27F0BAA3A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flipV="1">
              <a:off x="2860766" y="2486298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86A3680D-E0BC-477D-8FDC-C61E3158A9C7}"/>
                </a:ext>
              </a:extLst>
            </p:cNvPr>
            <p:cNvCxnSpPr>
              <a:cxnSpLocks/>
              <a:stCxn id="23" idx="3"/>
              <a:endCxn id="26" idx="7"/>
            </p:cNvCxnSpPr>
            <p:nvPr/>
          </p:nvCxnSpPr>
          <p:spPr>
            <a:xfrm flipH="1">
              <a:off x="1944744" y="2445487"/>
              <a:ext cx="817495" cy="756536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6B30B241-C6F9-4990-B088-01CD7A82EABB}"/>
                </a:ext>
              </a:extLst>
            </p:cNvPr>
            <p:cNvCxnSpPr>
              <a:cxnSpLocks/>
              <a:endCxn id="4" idx="4"/>
            </p:cNvCxnSpPr>
            <p:nvPr/>
          </p:nvCxnSpPr>
          <p:spPr>
            <a:xfrm flipV="1">
              <a:off x="1846218" y="1532709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D53E8B7B-9583-44D6-AE72-70B5181140F6}"/>
                </a:ext>
              </a:extLst>
            </p:cNvPr>
            <p:cNvCxnSpPr>
              <a:cxnSpLocks/>
              <a:stCxn id="26" idx="0"/>
              <a:endCxn id="22" idx="4"/>
            </p:cNvCxnSpPr>
            <p:nvPr/>
          </p:nvCxnSpPr>
          <p:spPr>
            <a:xfrm flipV="1">
              <a:off x="1846218" y="2486298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86224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59</Words>
  <Application>Microsoft Office PowerPoint</Application>
  <PresentationFormat>ワイド画面</PresentationFormat>
  <Paragraphs>41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中野　浩嗣</dc:creator>
  <cp:lastModifiedBy>nakano</cp:lastModifiedBy>
  <cp:revision>6</cp:revision>
  <dcterms:created xsi:type="dcterms:W3CDTF">2025-12-04T23:28:40Z</dcterms:created>
  <dcterms:modified xsi:type="dcterms:W3CDTF">2025-12-22T01:49:11Z</dcterms:modified>
</cp:coreProperties>
</file>