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59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1256" y="-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CA8BD8-3F76-448C-9EC3-9ACAC990C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487B0D-585B-4CEF-9521-97D4EFA7E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DEB4F3-EF5A-4767-A8AD-D4E71E2B0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10ABA-6D1D-4209-92F1-9D0F876E4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1D53B-1E92-488F-AE2A-CCAA4202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83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512553-C3F8-4DDC-861C-3EF27F1A6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008621-6684-49C8-883E-4C7ADC40A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329EF3-B53E-4B8A-B2E6-A3926836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9C84A8-CE21-4F4C-8784-8C1B070C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C9BF0F-23D4-4AEC-9140-01D572B2A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730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F76FE-8266-41DD-83A1-5157380F1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C5A144-2A2B-4DF0-8E3F-151FFBDA4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81F5A0-32F5-4F28-9C98-EF9F0B8F0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7FA1-1522-4A6E-9687-A79D430D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305DC9-A944-45EC-803E-8DF6D4BC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715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E3DA3F-5A1B-42B6-AE7E-5A376870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AB1AF8-42C1-4F8A-ACC4-455F479F8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B2FFF8-2AE2-4E4E-AF5D-F0ACD31115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9B2120-2379-478C-A1C9-B25D77C2C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AF8A63-8CC3-447F-A08D-A16BDADC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F9917C-D281-4B65-B02F-48D76332B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275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30937-76BA-4980-93C7-0237CC8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1D50A8-AD34-459C-94EB-9DFDAE21B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E533B2-3CF2-46EC-A0A5-7555B53B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72C9A25-4910-4226-B5F5-0C083053ED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D9E8CFF-613A-4105-AECB-C80AB16E2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44C260-AC28-413F-A423-379ED497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7DCEBA-2E64-4BBF-9C55-A05BA90A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A78B20-2082-4DC7-922F-7CD7AD84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567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39DC4-E237-4C2E-B934-81A401B7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179B8B-21FA-42D7-BD23-76170ADE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BB4EF7-9896-4BBC-BCED-31BA01FA3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38B41A-14CE-46B1-9F12-B928FEE7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870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AD89B24-2332-4B40-9753-6F1964E2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65958F-20FA-4652-9846-5415BCC5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5CE8D0-B6CC-4204-A4A2-2B0E8A27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386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BA907-08A9-4CF7-9711-0C1614C9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12AC17-A1A1-43BC-89BF-5BC51A90A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9151C08-0C74-41E2-8933-EC68499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005F21-7A8D-4FBA-AE20-E5A5891C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6A5F18-D394-4C43-9B56-62BFD7AAC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8E830F-C5D0-4CEF-AB5A-1ED88FD71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413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6D8865-827E-4048-82A8-D6389B10D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BC9FEB6-28D9-4059-BC34-736DFE362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EEE850-0867-44CF-8C0D-6693C2BBD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DA0B69-A449-4090-852F-778DDCB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036D26-8098-4206-849A-C505B532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379A81-5F5E-4093-AF70-15009C42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74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0EB472-009C-47AE-B284-3B371C1EF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F7A93F-97E0-4CCB-94D2-68042EF61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5F6DB-AF79-44D7-A856-B58DC8F8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BCEAFF-B8AE-431A-BB41-161322A6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8062B-4BC5-4423-B759-E57721F0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32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A03C26F-911F-483D-9D15-F71CFF759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935B17F-5504-4A0B-82B0-8EAB7DEA8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AAE869-5EE1-495A-B9EA-660B60DA6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10953-EF03-47E4-9BC4-9C678E63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AD7EC5-806B-4D9A-8AC2-4F1F7D5BC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537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2E4B84-E530-434E-AB23-D960F5665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74A17F-EA6F-4B02-BA22-7F6B3BB2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3502C-7CE0-47E6-A641-95C1244B5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749A5A-0767-4D13-9CC0-3A8774588994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64765A-0107-4632-ABB8-C1B4F51D51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4101EB-2050-43EC-8C8D-9544BF4B8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9847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39" Type="http://schemas.openxmlformats.org/officeDocument/2006/relationships/image" Target="../media/image49.png"/><Relationship Id="rId21" Type="http://schemas.openxmlformats.org/officeDocument/2006/relationships/image" Target="../media/image31.png"/><Relationship Id="rId34" Type="http://schemas.openxmlformats.org/officeDocument/2006/relationships/image" Target="../media/image4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38" Type="http://schemas.openxmlformats.org/officeDocument/2006/relationships/image" Target="../media/image48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32" Type="http://schemas.openxmlformats.org/officeDocument/2006/relationships/image" Target="../media/image42.png"/><Relationship Id="rId37" Type="http://schemas.openxmlformats.org/officeDocument/2006/relationships/image" Target="../media/image47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28" Type="http://schemas.openxmlformats.org/officeDocument/2006/relationships/image" Target="../media/image38.png"/><Relationship Id="rId36" Type="http://schemas.openxmlformats.org/officeDocument/2006/relationships/image" Target="../media/image46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41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.png"/><Relationship Id="rId27" Type="http://schemas.openxmlformats.org/officeDocument/2006/relationships/image" Target="../media/image37.png"/><Relationship Id="rId30" Type="http://schemas.openxmlformats.org/officeDocument/2006/relationships/image" Target="../media/image40.png"/><Relationship Id="rId35" Type="http://schemas.openxmlformats.org/officeDocument/2006/relationships/image" Target="../media/image45.png"/><Relationship Id="rId8" Type="http://schemas.openxmlformats.org/officeDocument/2006/relationships/image" Target="../media/image18.png"/><Relationship Id="rId3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26" Type="http://schemas.openxmlformats.org/officeDocument/2006/relationships/image" Target="../media/image73.png"/><Relationship Id="rId3" Type="http://schemas.openxmlformats.org/officeDocument/2006/relationships/image" Target="../media/image50.png"/><Relationship Id="rId21" Type="http://schemas.openxmlformats.org/officeDocument/2006/relationships/image" Target="../media/image68.png"/><Relationship Id="rId34" Type="http://schemas.openxmlformats.org/officeDocument/2006/relationships/image" Target="../media/image81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5" Type="http://schemas.openxmlformats.org/officeDocument/2006/relationships/image" Target="../media/image72.png"/><Relationship Id="rId33" Type="http://schemas.openxmlformats.org/officeDocument/2006/relationships/image" Target="../media/image80.png"/><Relationship Id="rId2" Type="http://schemas.openxmlformats.org/officeDocument/2006/relationships/image" Target="../media/image491.png"/><Relationship Id="rId16" Type="http://schemas.openxmlformats.org/officeDocument/2006/relationships/image" Target="../media/image63.png"/><Relationship Id="rId20" Type="http://schemas.openxmlformats.org/officeDocument/2006/relationships/image" Target="../media/image67.png"/><Relationship Id="rId29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24" Type="http://schemas.openxmlformats.org/officeDocument/2006/relationships/image" Target="../media/image71.png"/><Relationship Id="rId32" Type="http://schemas.openxmlformats.org/officeDocument/2006/relationships/image" Target="../media/image79.png"/><Relationship Id="rId5" Type="http://schemas.openxmlformats.org/officeDocument/2006/relationships/image" Target="../media/image52.png"/><Relationship Id="rId15" Type="http://schemas.openxmlformats.org/officeDocument/2006/relationships/image" Target="../media/image62.png"/><Relationship Id="rId23" Type="http://schemas.openxmlformats.org/officeDocument/2006/relationships/image" Target="../media/image70.png"/><Relationship Id="rId28" Type="http://schemas.openxmlformats.org/officeDocument/2006/relationships/image" Target="../media/image75.png"/><Relationship Id="rId10" Type="http://schemas.openxmlformats.org/officeDocument/2006/relationships/image" Target="../media/image57.png"/><Relationship Id="rId19" Type="http://schemas.openxmlformats.org/officeDocument/2006/relationships/image" Target="../media/image66.png"/><Relationship Id="rId31" Type="http://schemas.openxmlformats.org/officeDocument/2006/relationships/image" Target="../media/image78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Relationship Id="rId22" Type="http://schemas.openxmlformats.org/officeDocument/2006/relationships/image" Target="../media/image69.png"/><Relationship Id="rId27" Type="http://schemas.openxmlformats.org/officeDocument/2006/relationships/image" Target="../media/image74.png"/><Relationship Id="rId30" Type="http://schemas.openxmlformats.org/officeDocument/2006/relationships/image" Target="../media/image77.png"/><Relationship Id="rId8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0.png"/><Relationship Id="rId21" Type="http://schemas.openxmlformats.org/officeDocument/2006/relationships/image" Target="../media/image31.png"/><Relationship Id="rId34" Type="http://schemas.openxmlformats.org/officeDocument/2006/relationships/image" Target="../media/image440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350.png"/><Relationship Id="rId33" Type="http://schemas.openxmlformats.org/officeDocument/2006/relationships/image" Target="../media/image430.png"/><Relationship Id="rId38" Type="http://schemas.openxmlformats.org/officeDocument/2006/relationships/image" Target="../media/image480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24" Type="http://schemas.openxmlformats.org/officeDocument/2006/relationships/image" Target="../media/image340.png"/><Relationship Id="rId32" Type="http://schemas.openxmlformats.org/officeDocument/2006/relationships/image" Target="../media/image420.png"/><Relationship Id="rId37" Type="http://schemas.openxmlformats.org/officeDocument/2006/relationships/image" Target="../media/image470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0.png"/><Relationship Id="rId28" Type="http://schemas.openxmlformats.org/officeDocument/2006/relationships/image" Target="../media/image380.png"/><Relationship Id="rId36" Type="http://schemas.openxmlformats.org/officeDocument/2006/relationships/image" Target="../media/image460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41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0.png"/><Relationship Id="rId27" Type="http://schemas.openxmlformats.org/officeDocument/2006/relationships/image" Target="../media/image370.png"/><Relationship Id="rId30" Type="http://schemas.openxmlformats.org/officeDocument/2006/relationships/image" Target="../media/image400.png"/><Relationship Id="rId35" Type="http://schemas.openxmlformats.org/officeDocument/2006/relationships/image" Target="../media/image450.png"/><Relationship Id="rId8" Type="http://schemas.openxmlformats.org/officeDocument/2006/relationships/image" Target="../media/image18.png"/><Relationship Id="rId3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7.png"/><Relationship Id="rId47" Type="http://schemas.openxmlformats.org/officeDocument/2006/relationships/image" Target="../media/image94.png"/><Relationship Id="rId63" Type="http://schemas.openxmlformats.org/officeDocument/2006/relationships/image" Target="../media/image110.png"/><Relationship Id="rId89" Type="http://schemas.openxmlformats.org/officeDocument/2006/relationships/image" Target="../media/image136.png"/><Relationship Id="rId112" Type="http://schemas.openxmlformats.org/officeDocument/2006/relationships/image" Target="../media/image820.png"/><Relationship Id="rId133" Type="http://schemas.openxmlformats.org/officeDocument/2006/relationships/image" Target="../media/image107.png"/><Relationship Id="rId107" Type="http://schemas.openxmlformats.org/officeDocument/2006/relationships/image" Target="../media/image770.png"/><Relationship Id="rId66" Type="http://schemas.openxmlformats.org/officeDocument/2006/relationships/image" Target="../media/image82.png"/><Relationship Id="rId74" Type="http://schemas.openxmlformats.org/officeDocument/2006/relationships/image" Target="../media/image630.png"/><Relationship Id="rId79" Type="http://schemas.openxmlformats.org/officeDocument/2006/relationships/image" Target="../media/image125.png"/><Relationship Id="rId102" Type="http://schemas.openxmlformats.org/officeDocument/2006/relationships/image" Target="../media/image720.png"/><Relationship Id="rId110" Type="http://schemas.openxmlformats.org/officeDocument/2006/relationships/image" Target="../media/image800.png"/><Relationship Id="rId115" Type="http://schemas.openxmlformats.org/officeDocument/2006/relationships/image" Target="../media/image850.png"/><Relationship Id="rId123" Type="http://schemas.openxmlformats.org/officeDocument/2006/relationships/image" Target="../media/image93.png"/><Relationship Id="rId128" Type="http://schemas.openxmlformats.org/officeDocument/2006/relationships/image" Target="../media/image102.png"/><Relationship Id="rId131" Type="http://schemas.openxmlformats.org/officeDocument/2006/relationships/image" Target="../media/image105.png"/><Relationship Id="rId136" Type="http://schemas.openxmlformats.org/officeDocument/2006/relationships/image" Target="../media/image114.png"/><Relationship Id="rId5" Type="http://schemas.openxmlformats.org/officeDocument/2006/relationships/image" Target="../media/image520.png"/><Relationship Id="rId61" Type="http://schemas.openxmlformats.org/officeDocument/2006/relationships/image" Target="../media/image108.png"/><Relationship Id="rId90" Type="http://schemas.openxmlformats.org/officeDocument/2006/relationships/image" Target="../media/image137.png"/><Relationship Id="rId95" Type="http://schemas.openxmlformats.org/officeDocument/2006/relationships/image" Target="../media/image142.png"/><Relationship Id="rId48" Type="http://schemas.openxmlformats.org/officeDocument/2006/relationships/image" Target="../media/image95.png"/><Relationship Id="rId64" Type="http://schemas.openxmlformats.org/officeDocument/2006/relationships/image" Target="../media/image111.png"/><Relationship Id="rId77" Type="http://schemas.openxmlformats.org/officeDocument/2006/relationships/image" Target="../media/image660.png"/><Relationship Id="rId100" Type="http://schemas.openxmlformats.org/officeDocument/2006/relationships/image" Target="../media/image700.png"/><Relationship Id="rId105" Type="http://schemas.openxmlformats.org/officeDocument/2006/relationships/image" Target="../media/image85.png"/><Relationship Id="rId113" Type="http://schemas.openxmlformats.org/officeDocument/2006/relationships/image" Target="../media/image830.png"/><Relationship Id="rId118" Type="http://schemas.openxmlformats.org/officeDocument/2006/relationships/image" Target="../media/image88.png"/><Relationship Id="rId126" Type="http://schemas.openxmlformats.org/officeDocument/2006/relationships/image" Target="../media/image100.png"/><Relationship Id="rId134" Type="http://schemas.openxmlformats.org/officeDocument/2006/relationships/image" Target="../media/image112.png"/><Relationship Id="rId8" Type="http://schemas.openxmlformats.org/officeDocument/2006/relationships/image" Target="../media/image550.png"/><Relationship Id="rId51" Type="http://schemas.openxmlformats.org/officeDocument/2006/relationships/image" Target="../media/image570.png"/><Relationship Id="rId72" Type="http://schemas.openxmlformats.org/officeDocument/2006/relationships/image" Target="../media/image610.png"/><Relationship Id="rId80" Type="http://schemas.openxmlformats.org/officeDocument/2006/relationships/image" Target="../media/image126.png"/><Relationship Id="rId93" Type="http://schemas.openxmlformats.org/officeDocument/2006/relationships/image" Target="../media/image670.png"/><Relationship Id="rId98" Type="http://schemas.openxmlformats.org/officeDocument/2006/relationships/image" Target="../media/image145.png"/><Relationship Id="rId121" Type="http://schemas.openxmlformats.org/officeDocument/2006/relationships/image" Target="../media/image91.png"/><Relationship Id="rId3" Type="http://schemas.openxmlformats.org/officeDocument/2006/relationships/image" Target="../media/image500.png"/><Relationship Id="rId67" Type="http://schemas.openxmlformats.org/officeDocument/2006/relationships/image" Target="../media/image83.png"/><Relationship Id="rId103" Type="http://schemas.openxmlformats.org/officeDocument/2006/relationships/image" Target="../media/image730.png"/><Relationship Id="rId108" Type="http://schemas.openxmlformats.org/officeDocument/2006/relationships/image" Target="../media/image780.png"/><Relationship Id="rId116" Type="http://schemas.openxmlformats.org/officeDocument/2006/relationships/image" Target="../media/image86.png"/><Relationship Id="rId124" Type="http://schemas.openxmlformats.org/officeDocument/2006/relationships/image" Target="../media/image98.png"/><Relationship Id="rId129" Type="http://schemas.openxmlformats.org/officeDocument/2006/relationships/image" Target="../media/image103.png"/><Relationship Id="rId62" Type="http://schemas.openxmlformats.org/officeDocument/2006/relationships/image" Target="../media/image109.png"/><Relationship Id="rId70" Type="http://schemas.openxmlformats.org/officeDocument/2006/relationships/image" Target="../media/image590.png"/><Relationship Id="rId75" Type="http://schemas.openxmlformats.org/officeDocument/2006/relationships/image" Target="../media/image640.png"/><Relationship Id="rId91" Type="http://schemas.openxmlformats.org/officeDocument/2006/relationships/image" Target="../media/image138.png"/><Relationship Id="rId96" Type="http://schemas.openxmlformats.org/officeDocument/2006/relationships/image" Target="../media/image680.png"/><Relationship Id="rId111" Type="http://schemas.openxmlformats.org/officeDocument/2006/relationships/image" Target="../media/image810.png"/><Relationship Id="rId13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49" Type="http://schemas.openxmlformats.org/officeDocument/2006/relationships/image" Target="../media/image96.png"/><Relationship Id="rId106" Type="http://schemas.openxmlformats.org/officeDocument/2006/relationships/image" Target="../media/image760.png"/><Relationship Id="rId114" Type="http://schemas.openxmlformats.org/officeDocument/2006/relationships/image" Target="../media/image840.png"/><Relationship Id="rId119" Type="http://schemas.openxmlformats.org/officeDocument/2006/relationships/image" Target="../media/image89.png"/><Relationship Id="rId127" Type="http://schemas.openxmlformats.org/officeDocument/2006/relationships/image" Target="../media/image101.png"/><Relationship Id="rId65" Type="http://schemas.openxmlformats.org/officeDocument/2006/relationships/image" Target="../media/image580.png"/><Relationship Id="rId73" Type="http://schemas.openxmlformats.org/officeDocument/2006/relationships/image" Target="../media/image620.png"/><Relationship Id="rId78" Type="http://schemas.openxmlformats.org/officeDocument/2006/relationships/image" Target="../media/image124.png"/><Relationship Id="rId81" Type="http://schemas.openxmlformats.org/officeDocument/2006/relationships/image" Target="../media/image127.png"/><Relationship Id="rId99" Type="http://schemas.openxmlformats.org/officeDocument/2006/relationships/image" Target="../media/image690.png"/><Relationship Id="rId101" Type="http://schemas.openxmlformats.org/officeDocument/2006/relationships/image" Target="../media/image710.png"/><Relationship Id="rId122" Type="http://schemas.openxmlformats.org/officeDocument/2006/relationships/image" Target="../media/image92.png"/><Relationship Id="rId130" Type="http://schemas.openxmlformats.org/officeDocument/2006/relationships/image" Target="../media/image104.png"/><Relationship Id="rId135" Type="http://schemas.openxmlformats.org/officeDocument/2006/relationships/image" Target="../media/image113.png"/><Relationship Id="rId4" Type="http://schemas.openxmlformats.org/officeDocument/2006/relationships/image" Target="../media/image510.png"/><Relationship Id="rId9" Type="http://schemas.openxmlformats.org/officeDocument/2006/relationships/image" Target="../media/image560.png"/><Relationship Id="rId109" Type="http://schemas.openxmlformats.org/officeDocument/2006/relationships/image" Target="../media/image790.png"/><Relationship Id="rId50" Type="http://schemas.openxmlformats.org/officeDocument/2006/relationships/image" Target="../media/image97.png"/><Relationship Id="rId76" Type="http://schemas.openxmlformats.org/officeDocument/2006/relationships/image" Target="../media/image650.png"/><Relationship Id="rId97" Type="http://schemas.openxmlformats.org/officeDocument/2006/relationships/image" Target="../media/image144.png"/><Relationship Id="rId104" Type="http://schemas.openxmlformats.org/officeDocument/2006/relationships/image" Target="../media/image740.png"/><Relationship Id="rId120" Type="http://schemas.openxmlformats.org/officeDocument/2006/relationships/image" Target="../media/image90.png"/><Relationship Id="rId125" Type="http://schemas.openxmlformats.org/officeDocument/2006/relationships/image" Target="../media/image99.png"/><Relationship Id="rId7" Type="http://schemas.openxmlformats.org/officeDocument/2006/relationships/image" Target="../media/image540.png"/><Relationship Id="rId71" Type="http://schemas.openxmlformats.org/officeDocument/2006/relationships/image" Target="../media/image84.png"/><Relationship Id="rId92" Type="http://schemas.openxmlformats.org/officeDocument/2006/relationships/image" Target="../media/image139.png"/><Relationship Id="rId2" Type="http://schemas.openxmlformats.org/officeDocument/2006/relationships/image" Target="../media/image49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32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31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29.png"/><Relationship Id="rId4" Type="http://schemas.openxmlformats.org/officeDocument/2006/relationships/image" Target="../media/image119.png"/><Relationship Id="rId9" Type="http://schemas.openxmlformats.org/officeDocument/2006/relationships/image" Target="../media/image1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游ゴシック" panose="020B0400000000000000" pitchFamily="50" charset="-128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71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B8C8D63A-F3E4-489B-923E-5514C682ED21}"/>
              </a:ext>
            </a:extLst>
          </p:cNvPr>
          <p:cNvGrpSpPr/>
          <p:nvPr/>
        </p:nvGrpSpPr>
        <p:grpSpPr>
          <a:xfrm>
            <a:off x="924571" y="950017"/>
            <a:ext cx="3090080" cy="2489870"/>
            <a:chOff x="924571" y="950017"/>
            <a:chExt cx="3090080" cy="2489870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B5C4AFB9-3AFD-402C-9604-3451ABAFED6D}"/>
                </a:ext>
              </a:extLst>
            </p:cNvPr>
            <p:cNvGrpSpPr/>
            <p:nvPr/>
          </p:nvGrpSpPr>
          <p:grpSpPr>
            <a:xfrm>
              <a:off x="1706880" y="1254034"/>
              <a:ext cx="2307771" cy="278675"/>
              <a:chOff x="1706880" y="1254034"/>
              <a:chExt cx="2307771" cy="278675"/>
            </a:xfrm>
          </p:grpSpPr>
          <p:sp>
            <p:nvSpPr>
              <p:cNvPr id="4" name="楕円 3">
                <a:extLst>
                  <a:ext uri="{FF2B5EF4-FFF2-40B4-BE49-F238E27FC236}">
                    <a16:creationId xmlns:a16="http://schemas.microsoft.com/office/drawing/2014/main" id="{954D4518-3D5D-4F31-B275-D6317E040278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DFE7B651-7FD6-4BC3-8D98-F684D8A2C3A5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E546F7E1-DFFB-41BE-ACB9-B12F1A9A60B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2249FF5-7284-4FD6-9016-1079E35DF959}"/>
                </a:ext>
              </a:extLst>
            </p:cNvPr>
            <p:cNvGrpSpPr/>
            <p:nvPr/>
          </p:nvGrpSpPr>
          <p:grpSpPr>
            <a:xfrm>
              <a:off x="1706880" y="2207623"/>
              <a:ext cx="2307771" cy="278675"/>
              <a:chOff x="1706880" y="1254034"/>
              <a:chExt cx="2307771" cy="278675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E5605DAB-01AB-48FF-94AB-BC95E5B650FA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8B9F2FDB-9C2C-4F94-AE0E-F40CA4B0CF4B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36FAC5ED-6670-4CF7-9BFC-4319440C276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6CC17413-C3E6-4831-9E5C-623E20CFFDC6}"/>
                </a:ext>
              </a:extLst>
            </p:cNvPr>
            <p:cNvGrpSpPr/>
            <p:nvPr/>
          </p:nvGrpSpPr>
          <p:grpSpPr>
            <a:xfrm>
              <a:off x="1706880" y="3161212"/>
              <a:ext cx="2307771" cy="278675"/>
              <a:chOff x="1706880" y="1254034"/>
              <a:chExt cx="2307771" cy="278675"/>
            </a:xfrm>
          </p:grpSpPr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C5CE0404-8512-42F5-8229-E82F02E9C8CF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楕円 26">
                <a:extLst>
                  <a:ext uri="{FF2B5EF4-FFF2-40B4-BE49-F238E27FC236}">
                    <a16:creationId xmlns:a16="http://schemas.microsoft.com/office/drawing/2014/main" id="{60472D44-9836-43B8-A92C-C8FE66FA5A27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6392F111-975B-4540-AFD0-225E66F8E20D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E075A796-619B-4448-A58E-DB773C7EA41D}"/>
                </a:ext>
              </a:extLst>
            </p:cNvPr>
            <p:cNvGrpSpPr/>
            <p:nvPr/>
          </p:nvGrpSpPr>
          <p:grpSpPr>
            <a:xfrm>
              <a:off x="984182" y="950017"/>
              <a:ext cx="2913520" cy="373686"/>
              <a:chOff x="1280004" y="919536"/>
              <a:chExt cx="291352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59" r="-11475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647F9E3E-CCBE-4D36-BBBA-9DDE0BBD91B8}"/>
                </a:ext>
              </a:extLst>
            </p:cNvPr>
            <p:cNvGrpSpPr/>
            <p:nvPr/>
          </p:nvGrpSpPr>
          <p:grpSpPr>
            <a:xfrm>
              <a:off x="924571" y="1919238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459" r="-27869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F375AF02-448E-4C8C-950C-0DD8988D99E3}"/>
                </a:ext>
              </a:extLst>
            </p:cNvPr>
            <p:cNvGrpSpPr/>
            <p:nvPr/>
          </p:nvGrpSpPr>
          <p:grpSpPr>
            <a:xfrm>
              <a:off x="955474" y="2835032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459" r="-27869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5FA559B0-254B-4363-9DEF-939D79D8CCA5}"/>
                </a:ext>
              </a:extLst>
            </p:cNvPr>
            <p:cNvCxnSpPr>
              <a:stCxn id="4" idx="6"/>
              <a:endCxn id="18" idx="2"/>
            </p:cNvCxnSpPr>
            <p:nvPr/>
          </p:nvCxnSpPr>
          <p:spPr>
            <a:xfrm>
              <a:off x="1985555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5F42B31-812D-4201-A831-C1A08318862D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3000103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D805CF5F-3CAF-4D62-A573-9FE2896E2317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3875314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F1D9C672-A13B-48D2-BB7B-FFA6EB696702}"/>
                </a:ext>
              </a:extLst>
            </p:cNvPr>
            <p:cNvCxnSpPr>
              <a:cxnSpLocks/>
              <a:stCxn id="24" idx="4"/>
            </p:cNvCxnSpPr>
            <p:nvPr/>
          </p:nvCxnSpPr>
          <p:spPr>
            <a:xfrm flipH="1">
              <a:off x="3875313" y="2486298"/>
              <a:ext cx="1" cy="68920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41BF49C8-6EEB-4DC2-9D18-DFC9E23B9228}"/>
                </a:ext>
              </a:extLst>
            </p:cNvPr>
            <p:cNvCxnSpPr>
              <a:cxnSpLocks/>
              <a:stCxn id="28" idx="2"/>
              <a:endCxn id="27" idx="6"/>
            </p:cNvCxnSpPr>
            <p:nvPr/>
          </p:nvCxnSpPr>
          <p:spPr>
            <a:xfrm flipH="1">
              <a:off x="3000103" y="3300550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48567B7A-D359-4540-B6D2-50E27F0BAA3A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2860766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86A3680D-E0BC-477D-8FDC-C61E3158A9C7}"/>
                </a:ext>
              </a:extLst>
            </p:cNvPr>
            <p:cNvCxnSpPr>
              <a:cxnSpLocks/>
              <a:stCxn id="23" idx="3"/>
              <a:endCxn id="26" idx="7"/>
            </p:cNvCxnSpPr>
            <p:nvPr/>
          </p:nvCxnSpPr>
          <p:spPr>
            <a:xfrm flipH="1">
              <a:off x="1944744" y="2445487"/>
              <a:ext cx="817495" cy="756536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6B30B241-C6F9-4990-B088-01CD7A82EABB}"/>
                </a:ext>
              </a:extLst>
            </p:cNvPr>
            <p:cNvCxnSpPr>
              <a:cxnSpLocks/>
              <a:endCxn id="4" idx="4"/>
            </p:cNvCxnSpPr>
            <p:nvPr/>
          </p:nvCxnSpPr>
          <p:spPr>
            <a:xfrm flipV="1">
              <a:off x="1846218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D53E8B7B-9583-44D6-AE72-70B5181140F6}"/>
                </a:ext>
              </a:extLst>
            </p:cNvPr>
            <p:cNvCxnSpPr>
              <a:cxnSpLocks/>
              <a:stCxn id="26" idx="0"/>
              <a:endCxn id="22" idx="4"/>
            </p:cNvCxnSpPr>
            <p:nvPr/>
          </p:nvCxnSpPr>
          <p:spPr>
            <a:xfrm flipV="1">
              <a:off x="1846218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862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8A70EBC9-523C-4041-B1F3-C0C9534FA119}"/>
              </a:ext>
            </a:extLst>
          </p:cNvPr>
          <p:cNvGrpSpPr/>
          <p:nvPr/>
        </p:nvGrpSpPr>
        <p:grpSpPr>
          <a:xfrm>
            <a:off x="4032635" y="930675"/>
            <a:ext cx="4593578" cy="1735065"/>
            <a:chOff x="4032635" y="930675"/>
            <a:chExt cx="4593578" cy="1735065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213F6164-36D7-4A09-AABD-2AB64711C9DF}"/>
                </a:ext>
              </a:extLst>
            </p:cNvPr>
            <p:cNvGrpSpPr/>
            <p:nvPr/>
          </p:nvGrpSpPr>
          <p:grpSpPr>
            <a:xfrm>
              <a:off x="4605867" y="1241778"/>
              <a:ext cx="3568734" cy="1151465"/>
              <a:chOff x="4605867" y="1241778"/>
              <a:chExt cx="3568734" cy="1151465"/>
            </a:xfrm>
          </p:grpSpPr>
          <p:sp>
            <p:nvSpPr>
              <p:cNvPr id="4" name="正方形/長方形 3">
                <a:extLst>
                  <a:ext uri="{FF2B5EF4-FFF2-40B4-BE49-F238E27FC236}">
                    <a16:creationId xmlns:a16="http://schemas.microsoft.com/office/drawing/2014/main" id="{9124E949-7670-40F9-B998-9712AE27DBCB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9ED8BF56-FEB2-42F8-A1B1-99F670C8B05D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4428747-68B6-4AE4-A579-77902EB6B775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/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87F0D9C1-8826-46C4-8E39-039BBB4DF61B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/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129" r="-1290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/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/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/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/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/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/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42B01DF2-064D-44A2-ACD7-9631483A2D11}"/>
                </a:ext>
              </a:extLst>
            </p:cNvPr>
            <p:cNvGrpSpPr/>
            <p:nvPr/>
          </p:nvGrpSpPr>
          <p:grpSpPr>
            <a:xfrm>
              <a:off x="5593643" y="1239590"/>
              <a:ext cx="654755" cy="1151465"/>
              <a:chOff x="4605867" y="1241778"/>
              <a:chExt cx="654755" cy="1151465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053F1B54-DBD9-403B-98A0-CF2CE8F57A59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0" name="直線コネクタ 39">
                <a:extLst>
                  <a:ext uri="{FF2B5EF4-FFF2-40B4-BE49-F238E27FC236}">
                    <a16:creationId xmlns:a16="http://schemas.microsoft.com/office/drawing/2014/main" id="{0F9218B5-D5E7-4E10-A1AD-D870103A403C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コネクタ 40">
                <a:extLst>
                  <a:ext uri="{FF2B5EF4-FFF2-40B4-BE49-F238E27FC236}">
                    <a16:creationId xmlns:a16="http://schemas.microsoft.com/office/drawing/2014/main" id="{02B9871A-81C7-4F2A-A779-3782979CE778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242" r="-21212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59A3F15F-4836-466B-BEE1-3ECC210371E9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CDE1661E-E0A7-493D-94EA-FDD5CF1EFB3F}"/>
                </a:ext>
              </a:extLst>
            </p:cNvPr>
            <p:cNvGrpSpPr/>
            <p:nvPr/>
          </p:nvGrpSpPr>
          <p:grpSpPr>
            <a:xfrm>
              <a:off x="6581419" y="1237402"/>
              <a:ext cx="654755" cy="1151465"/>
              <a:chOff x="4605867" y="1241778"/>
              <a:chExt cx="654755" cy="1151465"/>
            </a:xfrm>
          </p:grpSpPr>
          <p:sp>
            <p:nvSpPr>
              <p:cNvPr id="49" name="正方形/長方形 48">
                <a:extLst>
                  <a:ext uri="{FF2B5EF4-FFF2-40B4-BE49-F238E27FC236}">
                    <a16:creationId xmlns:a16="http://schemas.microsoft.com/office/drawing/2014/main" id="{C3DFBC27-E53F-4A19-A063-F31529B73BB3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327680CB-6453-4A4E-82AB-25B843DE96F7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BFC8C094-0190-4163-B1DB-F8D546E849F7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線コネクタ 54">
                <a:extLst>
                  <a:ext uri="{FF2B5EF4-FFF2-40B4-BE49-F238E27FC236}">
                    <a16:creationId xmlns:a16="http://schemas.microsoft.com/office/drawing/2014/main" id="{473320C0-DF15-4A92-9519-1298BDB58B9D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161A77F3-31F1-48B4-A2B3-0B672D410D9F}"/>
                </a:ext>
              </a:extLst>
            </p:cNvPr>
            <p:cNvGrpSpPr/>
            <p:nvPr/>
          </p:nvGrpSpPr>
          <p:grpSpPr>
            <a:xfrm>
              <a:off x="7569195" y="1235214"/>
              <a:ext cx="654755" cy="1151465"/>
              <a:chOff x="4605867" y="1241778"/>
              <a:chExt cx="654755" cy="1151465"/>
            </a:xfrm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949B84A8-70E2-47DD-9374-EA015B43EDA0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0" name="直線コネクタ 59">
                <a:extLst>
                  <a:ext uri="{FF2B5EF4-FFF2-40B4-BE49-F238E27FC236}">
                    <a16:creationId xmlns:a16="http://schemas.microsoft.com/office/drawing/2014/main" id="{7DF835C5-EDEE-4FA9-B40F-A1F8ACFB54F0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線コネクタ 60">
                <a:extLst>
                  <a:ext uri="{FF2B5EF4-FFF2-40B4-BE49-F238E27FC236}">
                    <a16:creationId xmlns:a16="http://schemas.microsoft.com/office/drawing/2014/main" id="{6952DAC3-C9B3-446E-AC54-66588CFB7A9F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5152" r="-909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5" name="直線コネクタ 64">
                <a:extLst>
                  <a:ext uri="{FF2B5EF4-FFF2-40B4-BE49-F238E27FC236}">
                    <a16:creationId xmlns:a16="http://schemas.microsoft.com/office/drawing/2014/main" id="{C3037EEF-9CE5-4AF8-AED6-851630044CD3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CFCF0D79-1369-40BB-88B6-A6674A90B47D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 flipV="1">
              <a:off x="5260622" y="1815323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3336D87D-EC42-499F-BA1C-412951BC5F58}"/>
                </a:ext>
              </a:extLst>
            </p:cNvPr>
            <p:cNvCxnSpPr/>
            <p:nvPr/>
          </p:nvCxnSpPr>
          <p:spPr>
            <a:xfrm flipV="1">
              <a:off x="6253393" y="1808759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81A72B20-B60A-496C-A383-0AD100082729}"/>
                </a:ext>
              </a:extLst>
            </p:cNvPr>
            <p:cNvCxnSpPr/>
            <p:nvPr/>
          </p:nvCxnSpPr>
          <p:spPr>
            <a:xfrm flipV="1">
              <a:off x="7246164" y="1802195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F0BA8A1D-CD56-4DED-94F1-E3E5B506472D}"/>
                </a:ext>
              </a:extLst>
            </p:cNvPr>
            <p:cNvCxnSpPr/>
            <p:nvPr/>
          </p:nvCxnSpPr>
          <p:spPr>
            <a:xfrm flipV="1">
              <a:off x="8238935" y="1795631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a16:creationId xmlns:a16="http://schemas.microsoft.com/office/drawing/2014/main" id="{5BE5B2E3-D0EE-4D0B-A384-620652AD4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836" y="1814228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/>
                <p:nvPr/>
              </p:nvSpPr>
              <p:spPr>
                <a:xfrm>
                  <a:off x="7515137" y="932960"/>
                  <a:ext cx="48596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5137" y="932960"/>
                  <a:ext cx="485967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/>
                <p:nvPr/>
              </p:nvSpPr>
              <p:spPr>
                <a:xfrm>
                  <a:off x="6534613" y="932960"/>
                  <a:ext cx="48064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4613" y="932960"/>
                  <a:ext cx="480644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/>
                <p:nvPr/>
              </p:nvSpPr>
              <p:spPr>
                <a:xfrm>
                  <a:off x="5554090" y="932960"/>
                  <a:ext cx="48596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932960"/>
                  <a:ext cx="48596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/>
                <p:nvPr/>
              </p:nvSpPr>
              <p:spPr>
                <a:xfrm>
                  <a:off x="4573567" y="932960"/>
                  <a:ext cx="48596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3567" y="932960"/>
                  <a:ext cx="485967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/>
                <p:nvPr/>
              </p:nvSpPr>
              <p:spPr>
                <a:xfrm>
                  <a:off x="7854670" y="930675"/>
                  <a:ext cx="4754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670" y="930675"/>
                  <a:ext cx="475451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/>
                <p:nvPr/>
              </p:nvSpPr>
              <p:spPr>
                <a:xfrm>
                  <a:off x="6874146" y="930675"/>
                  <a:ext cx="4701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4146" y="930675"/>
                  <a:ext cx="470129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/>
                <p:nvPr/>
              </p:nvSpPr>
              <p:spPr>
                <a:xfrm>
                  <a:off x="5893623" y="930675"/>
                  <a:ext cx="4754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3623" y="930675"/>
                  <a:ext cx="475451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/>
                <p:nvPr/>
              </p:nvSpPr>
              <p:spPr>
                <a:xfrm>
                  <a:off x="4913100" y="930675"/>
                  <a:ext cx="4754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3100" y="930675"/>
                  <a:ext cx="475451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/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/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/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/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/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/>
                <p:nvPr/>
              </p:nvSpPr>
              <p:spPr>
                <a:xfrm>
                  <a:off x="7670585" y="2296408"/>
                  <a:ext cx="4594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585" y="2296408"/>
                  <a:ext cx="459485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/>
                <p:nvPr/>
              </p:nvSpPr>
              <p:spPr>
                <a:xfrm>
                  <a:off x="6690061" y="2296408"/>
                  <a:ext cx="4541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0061" y="2296408"/>
                  <a:ext cx="454162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/>
                <p:nvPr/>
              </p:nvSpPr>
              <p:spPr>
                <a:xfrm>
                  <a:off x="5709538" y="2296408"/>
                  <a:ext cx="4594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538" y="2296408"/>
                  <a:ext cx="459485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/>
                <p:nvPr/>
              </p:nvSpPr>
              <p:spPr>
                <a:xfrm>
                  <a:off x="4729015" y="2296408"/>
                  <a:ext cx="4594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015" y="2296408"/>
                  <a:ext cx="459485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8A76516-16C5-4F0D-8A8A-CE3F832BC5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836" y="1814266"/>
              <a:ext cx="0" cy="5724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9214C89E-F3EE-472F-B483-48EA02E337CB}"/>
                    </a:ext>
                  </a:extLst>
                </p:cNvPr>
                <p:cNvSpPr txBox="1"/>
                <p:nvPr/>
              </p:nvSpPr>
              <p:spPr>
                <a:xfrm>
                  <a:off x="4032635" y="2296408"/>
                  <a:ext cx="4549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9214C89E-F3EE-472F-B483-48EA02E337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2635" y="2296408"/>
                  <a:ext cx="454996" cy="369332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13559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98CA21D7-EF28-4614-9D97-C7F858D80315}"/>
                  </a:ext>
                </a:extLst>
              </p:cNvPr>
              <p:cNvSpPr txBox="1"/>
              <p:nvPr/>
            </p:nvSpPr>
            <p:spPr>
              <a:xfrm>
                <a:off x="4848225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98CA21D7-EF28-4614-9D97-C7F858D80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25" y="1162050"/>
                <a:ext cx="47891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647BF5F-DA89-4D30-B399-15E8F14FFD8D}"/>
                  </a:ext>
                </a:extLst>
              </p:cNvPr>
              <p:cNvSpPr txBox="1"/>
              <p:nvPr/>
            </p:nvSpPr>
            <p:spPr>
              <a:xfrm>
                <a:off x="5306126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647BF5F-DA89-4D30-B399-15E8F14F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6126" y="1162050"/>
                <a:ext cx="4789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E4FA174A-D536-4844-818E-37B5241570D7}"/>
                  </a:ext>
                </a:extLst>
              </p:cNvPr>
              <p:cNvSpPr txBox="1"/>
              <p:nvPr/>
            </p:nvSpPr>
            <p:spPr>
              <a:xfrm>
                <a:off x="5764027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E4FA174A-D536-4844-818E-37B524157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4027" y="1162050"/>
                <a:ext cx="4789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BA9B2A58-DE78-45C6-A82C-B224DC9ABD2D}"/>
                  </a:ext>
                </a:extLst>
              </p:cNvPr>
              <p:cNvSpPr txBox="1"/>
              <p:nvPr/>
            </p:nvSpPr>
            <p:spPr>
              <a:xfrm>
                <a:off x="6221927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BA9B2A58-DE78-45C6-A82C-B224DC9AB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927" y="1162050"/>
                <a:ext cx="4789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DE05458-8FB7-450F-B398-3F36EE89DF6C}"/>
                  </a:ext>
                </a:extLst>
              </p:cNvPr>
              <p:cNvSpPr txBox="1"/>
              <p:nvPr/>
            </p:nvSpPr>
            <p:spPr>
              <a:xfrm>
                <a:off x="4848225" y="1438275"/>
                <a:ext cx="4805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DE05458-8FB7-450F-B398-3F36EE89D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25" y="1438275"/>
                <a:ext cx="480581" cy="369332"/>
              </a:xfrm>
              <a:prstGeom prst="rect">
                <a:avLst/>
              </a:prstGeom>
              <a:blipFill>
                <a:blip r:embed="rId6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B64845AE-00C5-47D0-AF46-ABA1CD30FA1F}"/>
                  </a:ext>
                </a:extLst>
              </p:cNvPr>
              <p:cNvSpPr txBox="1"/>
              <p:nvPr/>
            </p:nvSpPr>
            <p:spPr>
              <a:xfrm>
                <a:off x="5307900" y="1438275"/>
                <a:ext cx="4805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B64845AE-00C5-47D0-AF46-ABA1CD30F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900" y="1438275"/>
                <a:ext cx="480581" cy="369332"/>
              </a:xfrm>
              <a:prstGeom prst="rect">
                <a:avLst/>
              </a:prstGeom>
              <a:blipFill>
                <a:blip r:embed="rId7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847F99A-389B-4521-9C38-D6C2F759BDDE}"/>
                  </a:ext>
                </a:extLst>
              </p:cNvPr>
              <p:cNvSpPr txBox="1"/>
              <p:nvPr/>
            </p:nvSpPr>
            <p:spPr>
              <a:xfrm>
                <a:off x="5767575" y="1438275"/>
                <a:ext cx="4752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847F99A-389B-4521-9C38-D6C2F759B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575" y="1438275"/>
                <a:ext cx="475258" cy="369332"/>
              </a:xfrm>
              <a:prstGeom prst="rect">
                <a:avLst/>
              </a:prstGeom>
              <a:blipFill>
                <a:blip r:embed="rId8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3CE3989-E698-4329-BC37-F98CD64C2F94}"/>
                  </a:ext>
                </a:extLst>
              </p:cNvPr>
              <p:cNvSpPr txBox="1"/>
              <p:nvPr/>
            </p:nvSpPr>
            <p:spPr>
              <a:xfrm>
                <a:off x="6221927" y="1438275"/>
                <a:ext cx="4805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3CE3989-E698-4329-BC37-F98CD64C2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927" y="1438275"/>
                <a:ext cx="480581" cy="369332"/>
              </a:xfrm>
              <a:prstGeom prst="rect">
                <a:avLst/>
              </a:prstGeom>
              <a:blipFill>
                <a:blip r:embed="rId9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CF179F98-113E-4D65-8629-5CB7A36646E4}"/>
              </a:ext>
            </a:extLst>
          </p:cNvPr>
          <p:cNvCxnSpPr>
            <a:cxnSpLocks/>
          </p:cNvCxnSpPr>
          <p:nvPr/>
        </p:nvCxnSpPr>
        <p:spPr>
          <a:xfrm flipH="1">
            <a:off x="4305301" y="1886465"/>
            <a:ext cx="23955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DF76ED-EFAF-462A-99AC-4BCBC3A9A368}"/>
                  </a:ext>
                </a:extLst>
              </p:cNvPr>
              <p:cNvSpPr txBox="1"/>
              <p:nvPr/>
            </p:nvSpPr>
            <p:spPr>
              <a:xfrm>
                <a:off x="6155530" y="188646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DF76ED-EFAF-462A-99AC-4BCBC3A9A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530" y="1886464"/>
                <a:ext cx="611706" cy="381515"/>
              </a:xfrm>
              <a:prstGeom prst="rect">
                <a:avLst/>
              </a:prstGeom>
              <a:blipFill>
                <a:blip r:embed="rId1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1DB08F46-8BE1-4DB9-9D79-349BBC61532D}"/>
                  </a:ext>
                </a:extLst>
              </p:cNvPr>
              <p:cNvSpPr txBox="1"/>
              <p:nvPr/>
            </p:nvSpPr>
            <p:spPr>
              <a:xfrm>
                <a:off x="5241503" y="188646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1DB08F46-8BE1-4DB9-9D79-349BBC615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503" y="1886464"/>
                <a:ext cx="611706" cy="381515"/>
              </a:xfrm>
              <a:prstGeom prst="rect">
                <a:avLst/>
              </a:prstGeom>
              <a:blipFill>
                <a:blip r:embed="rId1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E1FE733-42A3-4CBF-B1FB-A4BDB1B18575}"/>
                  </a:ext>
                </a:extLst>
              </p:cNvPr>
              <p:cNvSpPr txBox="1"/>
              <p:nvPr/>
            </p:nvSpPr>
            <p:spPr>
              <a:xfrm>
                <a:off x="5701178" y="1893074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E1FE733-42A3-4CBF-B1FB-A4BDB1B18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178" y="1893074"/>
                <a:ext cx="606384" cy="381515"/>
              </a:xfrm>
              <a:prstGeom prst="rect">
                <a:avLst/>
              </a:prstGeom>
              <a:blipFill>
                <a:blip r:embed="rId12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FC43C49-1702-4738-B5B6-321973BB011F}"/>
                  </a:ext>
                </a:extLst>
              </p:cNvPr>
              <p:cNvSpPr txBox="1"/>
              <p:nvPr/>
            </p:nvSpPr>
            <p:spPr>
              <a:xfrm>
                <a:off x="4781828" y="189307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FC43C49-1702-4738-B5B6-321973BB0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1828" y="1893074"/>
                <a:ext cx="611706" cy="381515"/>
              </a:xfrm>
              <a:prstGeom prst="rect">
                <a:avLst/>
              </a:prstGeom>
              <a:blipFill>
                <a:blip r:embed="rId1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4E48C2D2-1F5D-4AF7-8D2C-1BE65145E0C7}"/>
                  </a:ext>
                </a:extLst>
              </p:cNvPr>
              <p:cNvSpPr txBox="1"/>
              <p:nvPr/>
            </p:nvSpPr>
            <p:spPr>
              <a:xfrm>
                <a:off x="4388550" y="147770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kumimoji="1" lang="en-US" altLang="ja-JP" b="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4E48C2D2-1F5D-4AF7-8D2C-1BE65145E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550" y="1477704"/>
                <a:ext cx="415498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F41044D-72BE-4C42-942C-423721F0DB2B}"/>
                  </a:ext>
                </a:extLst>
              </p:cNvPr>
              <p:cNvSpPr txBox="1"/>
              <p:nvPr/>
            </p:nvSpPr>
            <p:spPr>
              <a:xfrm>
                <a:off x="5695856" y="2202118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F41044D-72BE-4C42-942C-423721F0D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856" y="2202118"/>
                <a:ext cx="611706" cy="381515"/>
              </a:xfrm>
              <a:prstGeom prst="rect">
                <a:avLst/>
              </a:prstGeom>
              <a:blipFill>
                <a:blip r:embed="rId1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8BD25D7D-728F-40BA-AFB9-2FC66CAC057E}"/>
                  </a:ext>
                </a:extLst>
              </p:cNvPr>
              <p:cNvSpPr txBox="1"/>
              <p:nvPr/>
            </p:nvSpPr>
            <p:spPr>
              <a:xfrm>
                <a:off x="4781829" y="2202118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8BD25D7D-728F-40BA-AFB9-2FC66CAC0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1829" y="2202118"/>
                <a:ext cx="611706" cy="381515"/>
              </a:xfrm>
              <a:prstGeom prst="rect">
                <a:avLst/>
              </a:prstGeom>
              <a:blipFill>
                <a:blip r:embed="rId1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8CBB63FE-7C9B-4201-96FF-5A92ED6D92C3}"/>
                  </a:ext>
                </a:extLst>
              </p:cNvPr>
              <p:cNvSpPr txBox="1"/>
              <p:nvPr/>
            </p:nvSpPr>
            <p:spPr>
              <a:xfrm>
                <a:off x="5241504" y="2208728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8CBB63FE-7C9B-4201-96FF-5A92ED6D9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504" y="2208728"/>
                <a:ext cx="606384" cy="381515"/>
              </a:xfrm>
              <a:prstGeom prst="rect">
                <a:avLst/>
              </a:prstGeom>
              <a:blipFill>
                <a:blip r:embed="rId1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0CF004AB-0E3D-4049-BE9A-4B2C0C1EB72A}"/>
                  </a:ext>
                </a:extLst>
              </p:cNvPr>
              <p:cNvSpPr txBox="1"/>
              <p:nvPr/>
            </p:nvSpPr>
            <p:spPr>
              <a:xfrm>
                <a:off x="4322154" y="2208728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0CF004AB-0E3D-4049-BE9A-4B2C0C1EB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154" y="2208728"/>
                <a:ext cx="611706" cy="381515"/>
              </a:xfrm>
              <a:prstGeom prst="rect">
                <a:avLst/>
              </a:prstGeom>
              <a:blipFill>
                <a:blip r:embed="rId1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AD9C353-C3F5-42BA-BD2C-73A1B71C3A41}"/>
                  </a:ext>
                </a:extLst>
              </p:cNvPr>
              <p:cNvSpPr txBox="1"/>
              <p:nvPr/>
            </p:nvSpPr>
            <p:spPr>
              <a:xfrm>
                <a:off x="5236182" y="25177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AD9C353-C3F5-42BA-BD2C-73A1B71C3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6182" y="2517772"/>
                <a:ext cx="611706" cy="381515"/>
              </a:xfrm>
              <a:prstGeom prst="rect">
                <a:avLst/>
              </a:prstGeom>
              <a:blipFill>
                <a:blip r:embed="rId19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44BA36B-2B27-493F-B6CC-028B642B8035}"/>
                  </a:ext>
                </a:extLst>
              </p:cNvPr>
              <p:cNvSpPr txBox="1"/>
              <p:nvPr/>
            </p:nvSpPr>
            <p:spPr>
              <a:xfrm>
                <a:off x="4322155" y="25177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44BA36B-2B27-493F-B6CC-028B642B80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155" y="2517772"/>
                <a:ext cx="611706" cy="381515"/>
              </a:xfrm>
              <a:prstGeom prst="rect">
                <a:avLst/>
              </a:prstGeom>
              <a:blipFill>
                <a:blip r:embed="rId2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20A3281F-252A-4075-89AF-D70E0FE8F819}"/>
                  </a:ext>
                </a:extLst>
              </p:cNvPr>
              <p:cNvSpPr txBox="1"/>
              <p:nvPr/>
            </p:nvSpPr>
            <p:spPr>
              <a:xfrm>
                <a:off x="4781830" y="2524382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20A3281F-252A-4075-89AF-D70E0FE8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1830" y="2524382"/>
                <a:ext cx="606384" cy="381515"/>
              </a:xfrm>
              <a:prstGeom prst="rect">
                <a:avLst/>
              </a:prstGeom>
              <a:blipFill>
                <a:blip r:embed="rId2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7AD2B65-E41B-4CDC-B512-074D9C6D768C}"/>
                  </a:ext>
                </a:extLst>
              </p:cNvPr>
              <p:cNvSpPr txBox="1"/>
              <p:nvPr/>
            </p:nvSpPr>
            <p:spPr>
              <a:xfrm>
                <a:off x="3862480" y="252438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7AD2B65-E41B-4CDC-B512-074D9C6D7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480" y="2524382"/>
                <a:ext cx="611706" cy="381515"/>
              </a:xfrm>
              <a:prstGeom prst="rect">
                <a:avLst/>
              </a:prstGeom>
              <a:blipFill>
                <a:blip r:embed="rId22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BE0FA756-D05C-402D-8415-FAB8829F65E0}"/>
                  </a:ext>
                </a:extLst>
              </p:cNvPr>
              <p:cNvSpPr txBox="1"/>
              <p:nvPr/>
            </p:nvSpPr>
            <p:spPr>
              <a:xfrm>
                <a:off x="4776508" y="283342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BE0FA756-D05C-402D-8415-FAB8829F6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6508" y="2833426"/>
                <a:ext cx="611706" cy="381515"/>
              </a:xfrm>
              <a:prstGeom prst="rect">
                <a:avLst/>
              </a:prstGeom>
              <a:blipFill>
                <a:blip r:embed="rId2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E3CE8C6C-E971-4C43-AB8D-B3161BF1820D}"/>
                  </a:ext>
                </a:extLst>
              </p:cNvPr>
              <p:cNvSpPr txBox="1"/>
              <p:nvPr/>
            </p:nvSpPr>
            <p:spPr>
              <a:xfrm>
                <a:off x="3862481" y="283342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E3CE8C6C-E971-4C43-AB8D-B3161BF18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481" y="2833426"/>
                <a:ext cx="611706" cy="381515"/>
              </a:xfrm>
              <a:prstGeom prst="rect">
                <a:avLst/>
              </a:prstGeom>
              <a:blipFill>
                <a:blip r:embed="rId2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204A6446-73F9-49CF-8726-A31AFE727CB4}"/>
                  </a:ext>
                </a:extLst>
              </p:cNvPr>
              <p:cNvSpPr txBox="1"/>
              <p:nvPr/>
            </p:nvSpPr>
            <p:spPr>
              <a:xfrm>
                <a:off x="4322156" y="2840036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204A6446-73F9-49CF-8726-A31AFE727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156" y="2840036"/>
                <a:ext cx="606384" cy="381515"/>
              </a:xfrm>
              <a:prstGeom prst="rect">
                <a:avLst/>
              </a:prstGeom>
              <a:blipFill>
                <a:blip r:embed="rId25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272DF11A-0502-4AE1-92E6-A2DB138A6A14}"/>
                  </a:ext>
                </a:extLst>
              </p:cNvPr>
              <p:cNvSpPr txBox="1"/>
              <p:nvPr/>
            </p:nvSpPr>
            <p:spPr>
              <a:xfrm>
                <a:off x="3402806" y="284003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272DF11A-0502-4AE1-92E6-A2DB138A6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806" y="2840036"/>
                <a:ext cx="611706" cy="381515"/>
              </a:xfrm>
              <a:prstGeom prst="rect">
                <a:avLst/>
              </a:prstGeom>
              <a:blipFill>
                <a:blip r:embed="rId2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E02E9379-DB14-4853-A331-0B56928804FA}"/>
              </a:ext>
            </a:extLst>
          </p:cNvPr>
          <p:cNvCxnSpPr>
            <a:cxnSpLocks/>
          </p:cNvCxnSpPr>
          <p:nvPr/>
        </p:nvCxnSpPr>
        <p:spPr>
          <a:xfrm flipH="1">
            <a:off x="2960945" y="3257639"/>
            <a:ext cx="37745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75C76EFD-AFE0-4CEE-9AB4-A88ADF4D02E1}"/>
                  </a:ext>
                </a:extLst>
              </p:cNvPr>
              <p:cNvSpPr txBox="1"/>
              <p:nvPr/>
            </p:nvSpPr>
            <p:spPr>
              <a:xfrm>
                <a:off x="4869131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75C76EFD-AFE0-4CEE-9AB4-A88ADF4D0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131" y="3257639"/>
                <a:ext cx="4642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AA1102AC-D4BF-427F-B56A-0D18BBC3A77D}"/>
                  </a:ext>
                </a:extLst>
              </p:cNvPr>
              <p:cNvSpPr txBox="1"/>
              <p:nvPr/>
            </p:nvSpPr>
            <p:spPr>
              <a:xfrm>
                <a:off x="5327032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AA1102AC-D4BF-427F-B56A-0D18BBC3A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032" y="3257639"/>
                <a:ext cx="4642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A75321A8-4F1A-4D06-99BF-AF916A551F88}"/>
                  </a:ext>
                </a:extLst>
              </p:cNvPr>
              <p:cNvSpPr txBox="1"/>
              <p:nvPr/>
            </p:nvSpPr>
            <p:spPr>
              <a:xfrm>
                <a:off x="5784933" y="3257639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A75321A8-4F1A-4D06-99BF-AF916A551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4933" y="3257639"/>
                <a:ext cx="458972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6BA4E3C-D156-47B9-B20D-60F1CBF9FEAE}"/>
                  </a:ext>
                </a:extLst>
              </p:cNvPr>
              <p:cNvSpPr txBox="1"/>
              <p:nvPr/>
            </p:nvSpPr>
            <p:spPr>
              <a:xfrm>
                <a:off x="6242833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6BA4E3C-D156-47B9-B20D-60F1CBF9F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2833" y="3257639"/>
                <a:ext cx="4642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7CAF872D-89FA-49D0-990E-75BE9DAADCEF}"/>
                  </a:ext>
                </a:extLst>
              </p:cNvPr>
              <p:cNvSpPr txBox="1"/>
              <p:nvPr/>
            </p:nvSpPr>
            <p:spPr>
              <a:xfrm>
                <a:off x="3054914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7CAF872D-89FA-49D0-990E-75BE9DAAD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914" y="3257639"/>
                <a:ext cx="4642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796AEE7C-60BD-4CA5-845B-B2CD200B2525}"/>
                  </a:ext>
                </a:extLst>
              </p:cNvPr>
              <p:cNvSpPr txBox="1"/>
              <p:nvPr/>
            </p:nvSpPr>
            <p:spPr>
              <a:xfrm>
                <a:off x="3512815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796AEE7C-60BD-4CA5-845B-B2CD200B25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2815" y="3257639"/>
                <a:ext cx="4642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95989E25-BB01-444C-AB9E-4AAF58DE8CF7}"/>
                  </a:ext>
                </a:extLst>
              </p:cNvPr>
              <p:cNvSpPr txBox="1"/>
              <p:nvPr/>
            </p:nvSpPr>
            <p:spPr>
              <a:xfrm>
                <a:off x="3970716" y="3257639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95989E25-BB01-444C-AB9E-4AAF58DE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716" y="3257639"/>
                <a:ext cx="458972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B86D243B-44EE-4CB7-8217-5DF41A727CCC}"/>
                  </a:ext>
                </a:extLst>
              </p:cNvPr>
              <p:cNvSpPr txBox="1"/>
              <p:nvPr/>
            </p:nvSpPr>
            <p:spPr>
              <a:xfrm>
                <a:off x="4428616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B86D243B-44EE-4CB7-8217-5DF41A727C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616" y="3257639"/>
                <a:ext cx="4642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5725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10E3648-61D4-4DE8-8451-87D33499648A}"/>
              </a:ext>
            </a:extLst>
          </p:cNvPr>
          <p:cNvGrpSpPr/>
          <p:nvPr/>
        </p:nvGrpSpPr>
        <p:grpSpPr>
          <a:xfrm>
            <a:off x="4216574" y="930675"/>
            <a:ext cx="4409639" cy="1735065"/>
            <a:chOff x="4216574" y="930675"/>
            <a:chExt cx="4409639" cy="1735065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3F918A4-4E16-4A30-90D0-BAA6EAFA7686}"/>
                </a:ext>
              </a:extLst>
            </p:cNvPr>
            <p:cNvGrpSpPr/>
            <p:nvPr/>
          </p:nvGrpSpPr>
          <p:grpSpPr>
            <a:xfrm>
              <a:off x="4605867" y="1241778"/>
              <a:ext cx="3568734" cy="1151465"/>
              <a:chOff x="4605867" y="1241778"/>
              <a:chExt cx="3568734" cy="1151465"/>
            </a:xfrm>
          </p:grpSpPr>
          <p:sp>
            <p:nvSpPr>
              <p:cNvPr id="49" name="正方形/長方形 48">
                <a:extLst>
                  <a:ext uri="{FF2B5EF4-FFF2-40B4-BE49-F238E27FC236}">
                    <a16:creationId xmlns:a16="http://schemas.microsoft.com/office/drawing/2014/main" id="{098BD3E7-D915-483E-8A51-449D68C8A68B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C7B719CB-CA5E-4274-81B1-2DEC59F30393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3E457302-8B22-4440-B1D2-1AE6A8EA1D01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4BAD79E8-AEA9-4296-9DEE-B7B7F200F6C9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5964E1E7-D4BA-4B6D-9EAF-ABD56FFEF6A7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テキスト ボックス 53">
                    <a:extLst>
                      <a:ext uri="{FF2B5EF4-FFF2-40B4-BE49-F238E27FC236}">
                        <a16:creationId xmlns:a16="http://schemas.microsoft.com/office/drawing/2014/main" id="{39755186-57AF-43B6-AE3E-2B645C453A4B}"/>
                      </a:ext>
                    </a:extLst>
                  </p:cNvPr>
                  <p:cNvSpPr txBox="1"/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線コネクタ 54">
                <a:extLst>
                  <a:ext uri="{FF2B5EF4-FFF2-40B4-BE49-F238E27FC236}">
                    <a16:creationId xmlns:a16="http://schemas.microsoft.com/office/drawing/2014/main" id="{F12243E1-200D-4D2C-A0CC-34F64CFDBD32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テキスト ボックス 55">
                    <a:extLst>
                      <a:ext uri="{FF2B5EF4-FFF2-40B4-BE49-F238E27FC236}">
                        <a16:creationId xmlns:a16="http://schemas.microsoft.com/office/drawing/2014/main" id="{311CB5AE-E8A7-4B37-AE1E-7B03EE91DEB5}"/>
                      </a:ext>
                    </a:extLst>
                  </p:cNvPr>
                  <p:cNvSpPr txBox="1"/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テキスト ボックス 56">
                    <a:extLst>
                      <a:ext uri="{FF2B5EF4-FFF2-40B4-BE49-F238E27FC236}">
                        <a16:creationId xmlns:a16="http://schemas.microsoft.com/office/drawing/2014/main" id="{BCFEE365-EF23-4B71-AC99-75A0749B0A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テキスト ボックス 57">
                    <a:extLst>
                      <a:ext uri="{FF2B5EF4-FFF2-40B4-BE49-F238E27FC236}">
                        <a16:creationId xmlns:a16="http://schemas.microsoft.com/office/drawing/2014/main" id="{8879654F-299C-4544-B798-9CB9696C3D85}"/>
                      </a:ext>
                    </a:extLst>
                  </p:cNvPr>
                  <p:cNvSpPr txBox="1"/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テキスト ボックス 58">
                    <a:extLst>
                      <a:ext uri="{FF2B5EF4-FFF2-40B4-BE49-F238E27FC236}">
                        <a16:creationId xmlns:a16="http://schemas.microsoft.com/office/drawing/2014/main" id="{61601D37-C475-48F7-8C7B-0451BE9A8347}"/>
                      </a:ext>
                    </a:extLst>
                  </p:cNvPr>
                  <p:cNvSpPr txBox="1"/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129" r="-1290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0F0560FE-FCB3-4523-85BC-A4F5D4CB1D2B}"/>
                      </a:ext>
                    </a:extLst>
                  </p:cNvPr>
                  <p:cNvSpPr txBox="1"/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3A8F6E4-8257-4E30-A373-C5047EECDB77}"/>
                      </a:ext>
                    </a:extLst>
                  </p:cNvPr>
                  <p:cNvSpPr txBox="1"/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8C3FD15C-E3B2-4A11-ACD7-7715E97553E3}"/>
                      </a:ext>
                    </a:extLst>
                  </p:cNvPr>
                  <p:cNvSpPr txBox="1"/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F4DDD493-EA46-42DD-91DD-1A94F419B905}"/>
                      </a:ext>
                    </a:extLst>
                  </p:cNvPr>
                  <p:cNvSpPr txBox="1"/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テキスト ボックス 63">
                    <a:extLst>
                      <a:ext uri="{FF2B5EF4-FFF2-40B4-BE49-F238E27FC236}">
                        <a16:creationId xmlns:a16="http://schemas.microsoft.com/office/drawing/2014/main" id="{89F652B2-4560-4DA6-8FDF-0BBA69CBD419}"/>
                      </a:ext>
                    </a:extLst>
                  </p:cNvPr>
                  <p:cNvSpPr txBox="1"/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テキスト ボックス 64">
                    <a:extLst>
                      <a:ext uri="{FF2B5EF4-FFF2-40B4-BE49-F238E27FC236}">
                        <a16:creationId xmlns:a16="http://schemas.microsoft.com/office/drawing/2014/main" id="{49D14C0F-AF07-42C0-9640-EB41FF6D15A0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テキスト ボックス 65">
                    <a:extLst>
                      <a:ext uri="{FF2B5EF4-FFF2-40B4-BE49-F238E27FC236}">
                        <a16:creationId xmlns:a16="http://schemas.microsoft.com/office/drawing/2014/main" id="{2CFF1C61-22BF-48D2-A7A8-9CB4E3053423}"/>
                      </a:ext>
                    </a:extLst>
                  </p:cNvPr>
                  <p:cNvSpPr txBox="1"/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E0ACF51F-4B2B-4776-9CB7-101055E35399}"/>
                </a:ext>
              </a:extLst>
            </p:cNvPr>
            <p:cNvGrpSpPr/>
            <p:nvPr/>
          </p:nvGrpSpPr>
          <p:grpSpPr>
            <a:xfrm>
              <a:off x="5593643" y="1239590"/>
              <a:ext cx="654755" cy="1151465"/>
              <a:chOff x="4605867" y="1241778"/>
              <a:chExt cx="654755" cy="1151465"/>
            </a:xfrm>
          </p:grpSpPr>
          <p:sp>
            <p:nvSpPr>
              <p:cNvPr id="43" name="正方形/長方形 42">
                <a:extLst>
                  <a:ext uri="{FF2B5EF4-FFF2-40B4-BE49-F238E27FC236}">
                    <a16:creationId xmlns:a16="http://schemas.microsoft.com/office/drawing/2014/main" id="{121BAE6A-1361-4F86-81CB-E082F32C2B0B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4" name="直線コネクタ 43">
                <a:extLst>
                  <a:ext uri="{FF2B5EF4-FFF2-40B4-BE49-F238E27FC236}">
                    <a16:creationId xmlns:a16="http://schemas.microsoft.com/office/drawing/2014/main" id="{0C5BE550-BB26-42B4-9AFF-F82998B77710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A8EC3FAA-D79F-4D33-A4EE-406EED13261E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テキスト ボックス 45">
                    <a:extLst>
                      <a:ext uri="{FF2B5EF4-FFF2-40B4-BE49-F238E27FC236}">
                        <a16:creationId xmlns:a16="http://schemas.microsoft.com/office/drawing/2014/main" id="{0FD36C35-02EF-496A-B787-86D9003FFE3E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テキスト ボックス 46">
                    <a:extLst>
                      <a:ext uri="{FF2B5EF4-FFF2-40B4-BE49-F238E27FC236}">
                        <a16:creationId xmlns:a16="http://schemas.microsoft.com/office/drawing/2014/main" id="{F2ABBF38-DAB0-4520-83B3-A78F05E97577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242" r="-21212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" name="直線コネクタ 47">
                <a:extLst>
                  <a:ext uri="{FF2B5EF4-FFF2-40B4-BE49-F238E27FC236}">
                    <a16:creationId xmlns:a16="http://schemas.microsoft.com/office/drawing/2014/main" id="{74578656-D535-4B3A-8022-EBBE690969D9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C01DA831-BAEC-4F53-944D-AD31BD2FFA80}"/>
                </a:ext>
              </a:extLst>
            </p:cNvPr>
            <p:cNvGrpSpPr/>
            <p:nvPr/>
          </p:nvGrpSpPr>
          <p:grpSpPr>
            <a:xfrm>
              <a:off x="6581419" y="1237402"/>
              <a:ext cx="654755" cy="1151465"/>
              <a:chOff x="4605867" y="1241778"/>
              <a:chExt cx="654755" cy="1151465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06409DCE-142D-49A8-85CC-D9B6AF1012E4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8" name="直線コネクタ 37">
                <a:extLst>
                  <a:ext uri="{FF2B5EF4-FFF2-40B4-BE49-F238E27FC236}">
                    <a16:creationId xmlns:a16="http://schemas.microsoft.com/office/drawing/2014/main" id="{1F1E6772-F075-43F3-9F25-B2225EC3EFF6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E930A3F0-8373-473A-B0A9-530DCC688C65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>
                    <a:extLst>
                      <a:ext uri="{FF2B5EF4-FFF2-40B4-BE49-F238E27FC236}">
                        <a16:creationId xmlns:a16="http://schemas.microsoft.com/office/drawing/2014/main" id="{47F3E328-12F7-443E-82D6-B81750D77CBB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CEAEA4C8-82CD-4C24-BD74-701235D23AC1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B8216988-C6B2-42BB-AAD1-1BAFDA98BF37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60C6C88-1001-40C8-ACD3-24B0914A789B}"/>
                </a:ext>
              </a:extLst>
            </p:cNvPr>
            <p:cNvGrpSpPr/>
            <p:nvPr/>
          </p:nvGrpSpPr>
          <p:grpSpPr>
            <a:xfrm>
              <a:off x="7569195" y="1235214"/>
              <a:ext cx="654755" cy="1151465"/>
              <a:chOff x="4605867" y="1241778"/>
              <a:chExt cx="654755" cy="1151465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9847E83E-A166-4BB9-A0A0-EC706102C19E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2" name="直線コネクタ 31">
                <a:extLst>
                  <a:ext uri="{FF2B5EF4-FFF2-40B4-BE49-F238E27FC236}">
                    <a16:creationId xmlns:a16="http://schemas.microsoft.com/office/drawing/2014/main" id="{3C13A86F-DFA1-4459-9621-FD77A9F12F33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079942B4-1AB5-4ADE-A6A0-97D64FD887AE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75CA4B71-719A-40C1-BDF3-44E1802B0D42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5152" r="-909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1763625F-8C27-4DA1-BAF2-0A5641A3BD6B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コネクタ 35">
                <a:extLst>
                  <a:ext uri="{FF2B5EF4-FFF2-40B4-BE49-F238E27FC236}">
                    <a16:creationId xmlns:a16="http://schemas.microsoft.com/office/drawing/2014/main" id="{04EF8856-4D5C-42BF-B973-1379B6B0391E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20F043C8-D61B-4DD9-95C5-8F257195E81B}"/>
                </a:ext>
              </a:extLst>
            </p:cNvPr>
            <p:cNvCxnSpPr>
              <a:cxnSpLocks/>
              <a:stCxn id="49" idx="3"/>
              <a:endCxn id="43" idx="1"/>
            </p:cNvCxnSpPr>
            <p:nvPr/>
          </p:nvCxnSpPr>
          <p:spPr>
            <a:xfrm flipV="1">
              <a:off x="5260622" y="1815323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97F1F519-D257-4E0B-BA59-CFF42799AA55}"/>
                </a:ext>
              </a:extLst>
            </p:cNvPr>
            <p:cNvCxnSpPr/>
            <p:nvPr/>
          </p:nvCxnSpPr>
          <p:spPr>
            <a:xfrm flipV="1">
              <a:off x="6253393" y="1808759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25B943E7-A3D7-409C-9B08-8A76734236A2}"/>
                </a:ext>
              </a:extLst>
            </p:cNvPr>
            <p:cNvCxnSpPr/>
            <p:nvPr/>
          </p:nvCxnSpPr>
          <p:spPr>
            <a:xfrm flipV="1">
              <a:off x="7246164" y="1802195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C5C526D-5211-4320-8D3A-DE3E9072AB50}"/>
                </a:ext>
              </a:extLst>
            </p:cNvPr>
            <p:cNvCxnSpPr/>
            <p:nvPr/>
          </p:nvCxnSpPr>
          <p:spPr>
            <a:xfrm flipV="1">
              <a:off x="8238935" y="1795631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884DC607-B772-4F2F-8097-3B2BC94FA7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836" y="1814228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75F6141C-9703-493A-AB4B-950A6C24FB2F}"/>
                    </a:ext>
                  </a:extLst>
                </p:cNvPr>
                <p:cNvSpPr txBox="1"/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A0A1D1BB-7F34-440F-9618-AACB5D415EC5}"/>
                    </a:ext>
                  </a:extLst>
                </p:cNvPr>
                <p:cNvSpPr txBox="1"/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0752F205-2A42-44AC-82C6-9025C5B233C9}"/>
                    </a:ext>
                  </a:extLst>
                </p:cNvPr>
                <p:cNvSpPr txBox="1"/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67891CA1-842D-413B-B5AE-A45154AA74F0}"/>
                    </a:ext>
                  </a:extLst>
                </p:cNvPr>
                <p:cNvSpPr txBox="1"/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87086E73-3DD9-4D23-BA14-A01C0F994D22}"/>
                    </a:ext>
                  </a:extLst>
                </p:cNvPr>
                <p:cNvSpPr txBox="1"/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AD95085-A55D-40CB-94F0-62510BD871F0}"/>
                    </a:ext>
                  </a:extLst>
                </p:cNvPr>
                <p:cNvSpPr txBox="1"/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997DF48C-0F61-404E-AD26-7170786CC3D5}"/>
                    </a:ext>
                  </a:extLst>
                </p:cNvPr>
                <p:cNvSpPr txBox="1"/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23EC4B3C-B6C6-4C82-93F8-7FDDF9C08569}"/>
                    </a:ext>
                  </a:extLst>
                </p:cNvPr>
                <p:cNvSpPr txBox="1"/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E18A2B2C-0F36-4712-8FCF-08A54C1C11CA}"/>
                    </a:ext>
                  </a:extLst>
                </p:cNvPr>
                <p:cNvSpPr txBox="1"/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FF1EC79D-DAB5-498E-B5D4-D619DA4F37C8}"/>
                    </a:ext>
                  </a:extLst>
                </p:cNvPr>
                <p:cNvSpPr txBox="1"/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3BF518C-73AB-4273-86D6-9B85B626770B}"/>
                    </a:ext>
                  </a:extLst>
                </p:cNvPr>
                <p:cNvSpPr txBox="1"/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894657A9-4267-4741-AF27-71F13A9E19C9}"/>
                    </a:ext>
                  </a:extLst>
                </p:cNvPr>
                <p:cNvSpPr txBox="1"/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ED950561-D48D-46A6-A8F8-5BF6C3A1DE12}"/>
                    </a:ext>
                  </a:extLst>
                </p:cNvPr>
                <p:cNvSpPr txBox="1"/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0CF6A73E-7B4B-484C-8FB1-CBF072AEAE57}"/>
                    </a:ext>
                  </a:extLst>
                </p:cNvPr>
                <p:cNvSpPr txBox="1"/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0757212-F872-441D-90D9-9EF19B7B3B4F}"/>
                    </a:ext>
                  </a:extLst>
                </p:cNvPr>
                <p:cNvSpPr txBox="1"/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9EC30AA4-9568-476A-B949-415369AB2A85}"/>
                    </a:ext>
                  </a:extLst>
                </p:cNvPr>
                <p:cNvSpPr txBox="1"/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D41A7EAD-E3AC-4F21-B6CF-5C4222B58BF7}"/>
                    </a:ext>
                  </a:extLst>
                </p:cNvPr>
                <p:cNvSpPr txBox="1"/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53167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FE79447-78AC-46DD-9E14-B9F5A710F1F6}"/>
              </a:ext>
            </a:extLst>
          </p:cNvPr>
          <p:cNvSpPr/>
          <p:nvPr/>
        </p:nvSpPr>
        <p:spPr>
          <a:xfrm>
            <a:off x="4578512" y="1510661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E22BD3CB-4B79-4099-B2F1-F75A16B2993A}"/>
              </a:ext>
            </a:extLst>
          </p:cNvPr>
          <p:cNvCxnSpPr/>
          <p:nvPr/>
        </p:nvCxnSpPr>
        <p:spPr>
          <a:xfrm flipV="1">
            <a:off x="4781197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93A33232-9BBA-437E-8EA4-816B91FC12FC}"/>
              </a:ext>
            </a:extLst>
          </p:cNvPr>
          <p:cNvCxnSpPr/>
          <p:nvPr/>
        </p:nvCxnSpPr>
        <p:spPr>
          <a:xfrm flipV="1">
            <a:off x="5114219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F86E5755-91EE-4FC1-AF68-5A0C16A3A3D4}"/>
              </a:ext>
            </a:extLst>
          </p:cNvPr>
          <p:cNvCxnSpPr/>
          <p:nvPr/>
        </p:nvCxnSpPr>
        <p:spPr>
          <a:xfrm flipV="1">
            <a:off x="5768973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F72499FB-7872-4B09-B9F5-67D017D33DFD}"/>
              </a:ext>
            </a:extLst>
          </p:cNvPr>
          <p:cNvCxnSpPr/>
          <p:nvPr/>
        </p:nvCxnSpPr>
        <p:spPr>
          <a:xfrm flipV="1">
            <a:off x="6101995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96C09BEB-5162-42BE-8CF0-7B3CFC54D061}"/>
              </a:ext>
            </a:extLst>
          </p:cNvPr>
          <p:cNvCxnSpPr/>
          <p:nvPr/>
        </p:nvCxnSpPr>
        <p:spPr>
          <a:xfrm flipV="1">
            <a:off x="6756749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60F3CC14-D212-4B5F-B1C6-C760EBA09E72}"/>
              </a:ext>
            </a:extLst>
          </p:cNvPr>
          <p:cNvCxnSpPr/>
          <p:nvPr/>
        </p:nvCxnSpPr>
        <p:spPr>
          <a:xfrm flipV="1">
            <a:off x="7089771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04290BB7-79FA-4226-849C-402F9861D7A3}"/>
              </a:ext>
            </a:extLst>
          </p:cNvPr>
          <p:cNvCxnSpPr/>
          <p:nvPr/>
        </p:nvCxnSpPr>
        <p:spPr>
          <a:xfrm flipV="1">
            <a:off x="7744525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a16:creationId xmlns:a16="http://schemas.microsoft.com/office/drawing/2014/main" id="{56626D5B-DD2A-41FE-8CDF-5F2A67BABC60}"/>
              </a:ext>
            </a:extLst>
          </p:cNvPr>
          <p:cNvCxnSpPr/>
          <p:nvPr/>
        </p:nvCxnSpPr>
        <p:spPr>
          <a:xfrm flipV="1">
            <a:off x="8077547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/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/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/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/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/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/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/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/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/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blipFill>
                <a:blip r:embed="rId47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/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blipFill>
                <a:blip r:embed="rId48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/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blipFill>
                <a:blip r:embed="rId49"/>
                <a:stretch>
                  <a:fillRect l="-11111" r="-4444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/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blipFill>
                <a:blip r:embed="rId50"/>
                <a:stretch>
                  <a:fillRect l="-8889" r="-6667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/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blipFill>
                <a:blip r:embed="rId51"/>
                <a:stretch>
                  <a:fillRect l="-9091" r="-9091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線コネクタ 105">
            <a:extLst>
              <a:ext uri="{FF2B5EF4-FFF2-40B4-BE49-F238E27FC236}">
                <a16:creationId xmlns:a16="http://schemas.microsoft.com/office/drawing/2014/main" id="{4FB5979B-F689-44D3-820E-7A861584620A}"/>
              </a:ext>
            </a:extLst>
          </p:cNvPr>
          <p:cNvCxnSpPr>
            <a:cxnSpLocks/>
          </p:cNvCxnSpPr>
          <p:nvPr/>
        </p:nvCxnSpPr>
        <p:spPr>
          <a:xfrm>
            <a:off x="4026477" y="1865045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40657BDE-00DA-4A39-BFF1-E85F33CAC4DC}"/>
              </a:ext>
            </a:extLst>
          </p:cNvPr>
          <p:cNvSpPr/>
          <p:nvPr/>
        </p:nvSpPr>
        <p:spPr>
          <a:xfrm>
            <a:off x="3823792" y="2697610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D4A37581-51C8-4215-AC19-AAD7EB689E68}"/>
              </a:ext>
            </a:extLst>
          </p:cNvPr>
          <p:cNvCxnSpPr>
            <a:cxnSpLocks/>
          </p:cNvCxnSpPr>
          <p:nvPr/>
        </p:nvCxnSpPr>
        <p:spPr>
          <a:xfrm flipV="1">
            <a:off x="4026477" y="1862857"/>
            <a:ext cx="0" cy="8414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52820DA1-A63C-4134-92DB-60654C84611B}"/>
              </a:ext>
            </a:extLst>
          </p:cNvPr>
          <p:cNvCxnSpPr/>
          <p:nvPr/>
        </p:nvCxnSpPr>
        <p:spPr>
          <a:xfrm flipV="1">
            <a:off x="4359499" y="2455916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コネクタ 112">
            <a:extLst>
              <a:ext uri="{FF2B5EF4-FFF2-40B4-BE49-F238E27FC236}">
                <a16:creationId xmlns:a16="http://schemas.microsoft.com/office/drawing/2014/main" id="{1BD5AC1F-26CD-4F96-935E-F2CC485E8AE6}"/>
              </a:ext>
            </a:extLst>
          </p:cNvPr>
          <p:cNvCxnSpPr/>
          <p:nvPr/>
        </p:nvCxnSpPr>
        <p:spPr>
          <a:xfrm flipV="1">
            <a:off x="5347275" y="245372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5D27213A-07D3-4C1F-B2A0-9622F7DC91C1}"/>
              </a:ext>
            </a:extLst>
          </p:cNvPr>
          <p:cNvCxnSpPr/>
          <p:nvPr/>
        </p:nvCxnSpPr>
        <p:spPr>
          <a:xfrm flipV="1">
            <a:off x="6335051" y="2451540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9" name="グループ化 138">
            <a:extLst>
              <a:ext uri="{FF2B5EF4-FFF2-40B4-BE49-F238E27FC236}">
                <a16:creationId xmlns:a16="http://schemas.microsoft.com/office/drawing/2014/main" id="{DEA4BC80-1B59-469A-871D-341D8AEECD2E}"/>
              </a:ext>
            </a:extLst>
          </p:cNvPr>
          <p:cNvGrpSpPr/>
          <p:nvPr/>
        </p:nvGrpSpPr>
        <p:grpSpPr>
          <a:xfrm>
            <a:off x="5014253" y="2165415"/>
            <a:ext cx="1975552" cy="516253"/>
            <a:chOff x="5014253" y="2165416"/>
            <a:chExt cx="1975552" cy="485870"/>
          </a:xfrm>
        </p:grpSpPr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7D6C779A-4F4D-4CC4-AFF1-25352EAE5A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1173529D-6714-4D45-9CE7-E5F239056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B8C27832-C06F-4612-9BEB-45419F9E7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8C759433-A72D-4410-9EA7-042E77C63BD7}"/>
              </a:ext>
            </a:extLst>
          </p:cNvPr>
          <p:cNvCxnSpPr/>
          <p:nvPr/>
        </p:nvCxnSpPr>
        <p:spPr>
          <a:xfrm flipV="1">
            <a:off x="7322827" y="2449352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/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blipFill>
                <a:blip r:embed="rId61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/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blipFill>
                <a:blip r:embed="rId62"/>
                <a:stretch>
                  <a:fillRect l="-8889" r="-8889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/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blipFill>
                <a:blip r:embed="rId63"/>
                <a:stretch>
                  <a:fillRect l="-11364" r="-4545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/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blipFill>
                <a:blip r:embed="rId64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/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blipFill>
                <a:blip r:embed="rId65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/>
              <p:nvPr/>
            </p:nvSpPr>
            <p:spPr>
              <a:xfrm>
                <a:off x="8770146" y="846297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0146" y="846297"/>
                <a:ext cx="611706" cy="381515"/>
              </a:xfrm>
              <a:prstGeom prst="rect">
                <a:avLst/>
              </a:prstGeom>
              <a:blipFill>
                <a:blip r:embed="rId6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直線コネクタ 140">
            <a:extLst>
              <a:ext uri="{FF2B5EF4-FFF2-40B4-BE49-F238E27FC236}">
                <a16:creationId xmlns:a16="http://schemas.microsoft.com/office/drawing/2014/main" id="{DA653698-17A2-4471-9047-1D26A6675188}"/>
              </a:ext>
            </a:extLst>
          </p:cNvPr>
          <p:cNvCxnSpPr/>
          <p:nvPr/>
        </p:nvCxnSpPr>
        <p:spPr>
          <a:xfrm flipV="1">
            <a:off x="9097043" y="1227812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/>
              <p:nvPr/>
            </p:nvSpPr>
            <p:spPr>
              <a:xfrm>
                <a:off x="8908853" y="1459258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8853" y="1459258"/>
                <a:ext cx="478913" cy="369332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D538FB8-08A5-48BC-A562-3375FCEDEE38}"/>
              </a:ext>
            </a:extLst>
          </p:cNvPr>
          <p:cNvGrpSpPr/>
          <p:nvPr/>
        </p:nvGrpSpPr>
        <p:grpSpPr>
          <a:xfrm>
            <a:off x="4492043" y="846297"/>
            <a:ext cx="3486483" cy="458982"/>
            <a:chOff x="5038749" y="862426"/>
            <a:chExt cx="3486483" cy="4589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/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blipFill>
                  <a:blip r:embed="rId70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/>
                <p:nvPr/>
              </p:nvSpPr>
              <p:spPr>
                <a:xfrm>
                  <a:off x="5038749" y="952076"/>
                  <a:ext cx="3786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8749" y="952076"/>
                  <a:ext cx="378629" cy="369332"/>
                </a:xfrm>
                <a:prstGeom prst="rect">
                  <a:avLst/>
                </a:prstGeom>
                <a:blipFill>
                  <a:blip r:embed="rId7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/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blipFill>
                  <a:blip r:embed="rId72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/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blipFill>
                  <a:blip r:embed="rId73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74884B-DFBD-4D20-BB0C-34613B56C90D}"/>
              </a:ext>
            </a:extLst>
          </p:cNvPr>
          <p:cNvGrpSpPr/>
          <p:nvPr/>
        </p:nvGrpSpPr>
        <p:grpSpPr>
          <a:xfrm>
            <a:off x="4841385" y="877539"/>
            <a:ext cx="3551809" cy="400871"/>
            <a:chOff x="4474092" y="847821"/>
            <a:chExt cx="3551809" cy="400871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1C01F329-AA6E-471B-8184-C1233EC36579}"/>
                </a:ext>
              </a:extLst>
            </p:cNvPr>
            <p:cNvGrpSpPr/>
            <p:nvPr/>
          </p:nvGrpSpPr>
          <p:grpSpPr>
            <a:xfrm>
              <a:off x="6436181" y="861400"/>
              <a:ext cx="1589720" cy="387292"/>
              <a:chOff x="6436181" y="861400"/>
              <a:chExt cx="1589720" cy="3872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/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blipFill>
                    <a:blip r:embed="rId74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blipFill>
                    <a:blip r:embed="rId75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/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blipFill>
                  <a:blip r:embed="rId76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/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blipFill>
                  <a:blip r:embed="rId77"/>
                  <a:stretch>
                    <a:fillRect b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/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blipFill>
                <a:blip r:embed="rId78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/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blipFill>
                <a:blip r:embed="rId79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/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blipFill>
                <a:blip r:embed="rId8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/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blipFill>
                <a:blip r:embed="rId8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EADE96DE-2924-4C7B-9037-BA6EFD451456}"/>
              </a:ext>
            </a:extLst>
          </p:cNvPr>
          <p:cNvSpPr/>
          <p:nvPr/>
        </p:nvSpPr>
        <p:spPr>
          <a:xfrm>
            <a:off x="3107675" y="3884559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5" name="直線コネクタ 154">
            <a:extLst>
              <a:ext uri="{FF2B5EF4-FFF2-40B4-BE49-F238E27FC236}">
                <a16:creationId xmlns:a16="http://schemas.microsoft.com/office/drawing/2014/main" id="{194B314E-1BC3-4ED4-883E-8EA8344CF3FB}"/>
              </a:ext>
            </a:extLst>
          </p:cNvPr>
          <p:cNvCxnSpPr>
            <a:cxnSpLocks/>
          </p:cNvCxnSpPr>
          <p:nvPr/>
        </p:nvCxnSpPr>
        <p:spPr>
          <a:xfrm flipV="1">
            <a:off x="3291307" y="3044897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線コネクタ 155">
            <a:extLst>
              <a:ext uri="{FF2B5EF4-FFF2-40B4-BE49-F238E27FC236}">
                <a16:creationId xmlns:a16="http://schemas.microsoft.com/office/drawing/2014/main" id="{DF4757D9-10C1-4B43-B561-9F299067606E}"/>
              </a:ext>
            </a:extLst>
          </p:cNvPr>
          <p:cNvCxnSpPr/>
          <p:nvPr/>
        </p:nvCxnSpPr>
        <p:spPr>
          <a:xfrm flipV="1">
            <a:off x="3643382" y="3642865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線コネクタ 156">
            <a:extLst>
              <a:ext uri="{FF2B5EF4-FFF2-40B4-BE49-F238E27FC236}">
                <a16:creationId xmlns:a16="http://schemas.microsoft.com/office/drawing/2014/main" id="{EF636B3C-32ED-45B3-A5CC-CE78F357B164}"/>
              </a:ext>
            </a:extLst>
          </p:cNvPr>
          <p:cNvCxnSpPr/>
          <p:nvPr/>
        </p:nvCxnSpPr>
        <p:spPr>
          <a:xfrm flipV="1">
            <a:off x="4631158" y="364067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63D3AFBB-88B1-4C08-9233-BCFE74EBC7B4}"/>
              </a:ext>
            </a:extLst>
          </p:cNvPr>
          <p:cNvCxnSpPr/>
          <p:nvPr/>
        </p:nvCxnSpPr>
        <p:spPr>
          <a:xfrm flipV="1">
            <a:off x="5618934" y="363848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グループ化 158">
            <a:extLst>
              <a:ext uri="{FF2B5EF4-FFF2-40B4-BE49-F238E27FC236}">
                <a16:creationId xmlns:a16="http://schemas.microsoft.com/office/drawing/2014/main" id="{BC9539E3-80DD-4211-BA34-F103359F2948}"/>
              </a:ext>
            </a:extLst>
          </p:cNvPr>
          <p:cNvGrpSpPr/>
          <p:nvPr/>
        </p:nvGrpSpPr>
        <p:grpSpPr>
          <a:xfrm>
            <a:off x="4298136" y="3352364"/>
            <a:ext cx="1975552" cy="516253"/>
            <a:chOff x="5014253" y="2165416"/>
            <a:chExt cx="1975552" cy="485870"/>
          </a:xfrm>
        </p:grpSpPr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C30629A2-FF6F-4A60-9E10-0D206021CC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a16:creationId xmlns:a16="http://schemas.microsoft.com/office/drawing/2014/main" id="{51D5D7E7-37B3-4BE6-9805-4539756378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a16:creationId xmlns:a16="http://schemas.microsoft.com/office/drawing/2014/main" id="{E958D223-57A2-4850-988C-024FC34D4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3" name="直線コネクタ 162">
            <a:extLst>
              <a:ext uri="{FF2B5EF4-FFF2-40B4-BE49-F238E27FC236}">
                <a16:creationId xmlns:a16="http://schemas.microsoft.com/office/drawing/2014/main" id="{1DF348A5-5853-4129-9DB1-491024DFFDE9}"/>
              </a:ext>
            </a:extLst>
          </p:cNvPr>
          <p:cNvCxnSpPr/>
          <p:nvPr/>
        </p:nvCxnSpPr>
        <p:spPr>
          <a:xfrm flipV="1">
            <a:off x="6606710" y="363630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/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blipFill>
                <a:blip r:embed="rId89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/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blipFill>
                <a:blip r:embed="rId90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/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blipFill>
                <a:blip r:embed="rId91"/>
                <a:stretch>
                  <a:fillRect l="-11364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/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blipFill>
                <a:blip r:embed="rId92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/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blipFill>
                <a:blip r:embed="rId93"/>
                <a:stretch>
                  <a:fillRect l="-9091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BBF88AD5-3DC4-46EC-9BE4-1E9D36B79FA4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333021" cy="2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/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blipFill>
                <a:blip r:embed="rId9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/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blipFill>
                <a:blip r:embed="rId9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/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blipFill>
                <a:blip r:embed="rId9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/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blipFill>
                <a:blip r:embed="rId9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/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/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/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6161EC0-6A01-4C62-B67A-EED1EC9FC0DB}"/>
              </a:ext>
            </a:extLst>
          </p:cNvPr>
          <p:cNvGrpSpPr/>
          <p:nvPr/>
        </p:nvGrpSpPr>
        <p:grpSpPr>
          <a:xfrm>
            <a:off x="3625247" y="4534538"/>
            <a:ext cx="2910594" cy="546496"/>
            <a:chOff x="3625247" y="4534538"/>
            <a:chExt cx="2910594" cy="248358"/>
          </a:xfrm>
        </p:grpSpPr>
        <p:cxnSp>
          <p:nvCxnSpPr>
            <p:cNvPr id="186" name="直線コネクタ 185">
              <a:extLst>
                <a:ext uri="{FF2B5EF4-FFF2-40B4-BE49-F238E27FC236}">
                  <a16:creationId xmlns:a16="http://schemas.microsoft.com/office/drawing/2014/main" id="{06359621-D611-4F69-A617-773EE501F94F}"/>
                </a:ext>
              </a:extLst>
            </p:cNvPr>
            <p:cNvCxnSpPr/>
            <p:nvPr/>
          </p:nvCxnSpPr>
          <p:spPr>
            <a:xfrm flipV="1">
              <a:off x="6535841" y="4534541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5464A7ED-AC1B-4E14-ADAE-40E2D7482795}"/>
                </a:ext>
              </a:extLst>
            </p:cNvPr>
            <p:cNvCxnSpPr/>
            <p:nvPr/>
          </p:nvCxnSpPr>
          <p:spPr>
            <a:xfrm flipV="1">
              <a:off x="5565643" y="4534540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線コネクタ 190">
              <a:extLst>
                <a:ext uri="{FF2B5EF4-FFF2-40B4-BE49-F238E27FC236}">
                  <a16:creationId xmlns:a16="http://schemas.microsoft.com/office/drawing/2014/main" id="{B2DF99D0-1441-409E-872E-60B15C623B7C}"/>
                </a:ext>
              </a:extLst>
            </p:cNvPr>
            <p:cNvCxnSpPr/>
            <p:nvPr/>
          </p:nvCxnSpPr>
          <p:spPr>
            <a:xfrm flipV="1">
              <a:off x="4595445" y="4534539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a16:creationId xmlns:a16="http://schemas.microsoft.com/office/drawing/2014/main" id="{14C133C9-13F5-4B22-AE9D-47214535107A}"/>
                </a:ext>
              </a:extLst>
            </p:cNvPr>
            <p:cNvCxnSpPr/>
            <p:nvPr/>
          </p:nvCxnSpPr>
          <p:spPr>
            <a:xfrm flipV="1">
              <a:off x="3625247" y="4534538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/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blipFill>
                <a:blip r:embed="rId10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/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blipFill>
                <a:blip r:embed="rId10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/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blipFill>
                <a:blip r:embed="rId10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/>
              <p:nvPr/>
            </p:nvSpPr>
            <p:spPr>
              <a:xfrm>
                <a:off x="2562206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2206" y="4986856"/>
                <a:ext cx="464294" cy="369332"/>
              </a:xfrm>
              <a:prstGeom prst="rect">
                <a:avLst/>
              </a:prstGeom>
              <a:blipFill>
                <a:blip r:embed="rId10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/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blipFill>
                <a:blip r:embed="rId10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/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blipFill>
                <a:blip r:embed="rId10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/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blipFill>
                <a:blip r:embed="rId10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/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blipFill>
                <a:blip r:embed="rId10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/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blipFill>
                <a:blip r:embed="rId1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/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/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/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/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/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/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/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/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/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/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blipFill>
                <a:blip r:embed="rId1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/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blipFill>
                <a:blip r:embed="rId1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3" name="直線コネクタ 212">
            <a:extLst>
              <a:ext uri="{FF2B5EF4-FFF2-40B4-BE49-F238E27FC236}">
                <a16:creationId xmlns:a16="http://schemas.microsoft.com/office/drawing/2014/main" id="{0A867D70-0F17-4513-91AB-9FAEFD58BEC2}"/>
              </a:ext>
            </a:extLst>
          </p:cNvPr>
          <p:cNvCxnSpPr>
            <a:cxnSpLocks/>
          </p:cNvCxnSpPr>
          <p:nvPr/>
        </p:nvCxnSpPr>
        <p:spPr>
          <a:xfrm>
            <a:off x="3278224" y="3049052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/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blipFill>
                <a:blip r:embed="rId1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/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blipFill>
                <a:blip r:embed="rId1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/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blipFill>
                <a:blip r:embed="rId1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/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blipFill>
                <a:blip r:embed="rId1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4" name="直線コネクタ 223">
            <a:extLst>
              <a:ext uri="{FF2B5EF4-FFF2-40B4-BE49-F238E27FC236}">
                <a16:creationId xmlns:a16="http://schemas.microsoft.com/office/drawing/2014/main" id="{B0E9F319-3CEA-4BD7-8DD6-0273219BBB9F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コネクタ 230">
            <a:extLst>
              <a:ext uri="{FF2B5EF4-FFF2-40B4-BE49-F238E27FC236}">
                <a16:creationId xmlns:a16="http://schemas.microsoft.com/office/drawing/2014/main" id="{BC6844CA-2CFC-435C-855E-A6884AD34D22}"/>
              </a:ext>
            </a:extLst>
          </p:cNvPr>
          <p:cNvCxnSpPr/>
          <p:nvPr/>
        </p:nvCxnSpPr>
        <p:spPr>
          <a:xfrm flipV="1">
            <a:off x="7300830" y="3349729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線コネクタ 231">
            <a:extLst>
              <a:ext uri="{FF2B5EF4-FFF2-40B4-BE49-F238E27FC236}">
                <a16:creationId xmlns:a16="http://schemas.microsoft.com/office/drawing/2014/main" id="{4B0D25C8-7661-44B1-BB44-2C5A6F9F128B}"/>
              </a:ext>
            </a:extLst>
          </p:cNvPr>
          <p:cNvCxnSpPr/>
          <p:nvPr/>
        </p:nvCxnSpPr>
        <p:spPr>
          <a:xfrm flipV="1">
            <a:off x="8003562" y="2181336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/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blipFill>
                <a:blip r:embed="rId1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/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blipFill>
                <a:blip r:embed="rId1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/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blipFill>
                <a:blip r:embed="rId1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/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blipFill>
                <a:blip r:embed="rId1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/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blipFill>
                <a:blip r:embed="rId1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/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blipFill>
                <a:blip r:embed="rId1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/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blipFill>
                <a:blip r:embed="rId1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/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blipFill>
                <a:blip r:embed="rId1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/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blipFill>
                <a:blip r:embed="rId1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/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blipFill>
                <a:blip r:embed="rId1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/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blipFill>
                <a:blip r:embed="rId1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2324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ADE8C82-E29E-4088-9704-CDA72A945685}"/>
              </a:ext>
            </a:extLst>
          </p:cNvPr>
          <p:cNvGrpSpPr/>
          <p:nvPr/>
        </p:nvGrpSpPr>
        <p:grpSpPr>
          <a:xfrm>
            <a:off x="6126009" y="2943279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BC5157C5-960B-4462-82B7-9D3E8198A929}"/>
                </a:ext>
              </a:extLst>
            </p:cNvPr>
            <p:cNvCxnSpPr>
              <a:stCxn id="4" idx="7"/>
              <a:endCxn id="5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72B7EADA-D465-43C5-A52C-39331E6A07B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E7495BAD-AF5B-4A6B-8B42-59171C117251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2ECD035-944F-459A-9A4B-3719B78D4B92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4D7EC54B-FB2B-46B6-8337-045572A60C4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ABB946A-8314-4546-8614-78D41D11F2E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BCF0211F-180F-4541-ADC8-C6450125068E}"/>
                </a:ext>
              </a:extLst>
            </p:cNvPr>
            <p:cNvCxnSpPr>
              <a:cxnSpLocks/>
              <a:stCxn id="4" idx="5"/>
              <a:endCxn id="5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78DB24DF-B656-48D8-B56B-205BB3D38B5B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48CA5126-055C-4D4B-BD3E-F15FC6CBF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a16:creationId xmlns:a16="http://schemas.microsoft.com/office/drawing/2014/main" id="{87EDB124-0611-4646-AF60-458AEACBA088}"/>
                </a:ext>
              </a:extLst>
            </p:cNvPr>
            <p:cNvCxnSpPr>
              <a:cxnSpLocks/>
              <a:endCxn id="5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a16:creationId xmlns:a16="http://schemas.microsoft.com/office/drawing/2014/main" id="{80E3813B-F149-4CC4-B403-58CE11E6647E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C1BE0359-1F34-4D6B-BC28-AEE147337561}"/>
                </a:ext>
              </a:extLst>
            </p:cNvPr>
            <p:cNvCxnSpPr>
              <a:cxnSpLocks/>
              <a:endCxn id="5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0B4029F2-0DFB-4B81-9B65-F0511C576183}"/>
              </a:ext>
            </a:extLst>
          </p:cNvPr>
          <p:cNvGrpSpPr/>
          <p:nvPr/>
        </p:nvGrpSpPr>
        <p:grpSpPr>
          <a:xfrm>
            <a:off x="9013956" y="845127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C05609D9-2906-4481-B223-94D62C19A114}"/>
                </a:ext>
              </a:extLst>
            </p:cNvPr>
            <p:cNvCxnSpPr>
              <a:stCxn id="62" idx="7"/>
              <a:endCxn id="6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6A5FB342-48F9-4A3D-8D58-288EF230E4FD}"/>
                </a:ext>
              </a:extLst>
            </p:cNvPr>
            <p:cNvCxnSpPr>
              <a:cxnSpLocks/>
              <a:stCxn id="6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072BF263-25BE-4888-89D1-19CA7268A2DF}"/>
                </a:ext>
              </a:extLst>
            </p:cNvPr>
            <p:cNvCxnSpPr>
              <a:cxnSpLocks/>
              <a:stCxn id="6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D74594E-0FC5-42F7-A20F-BCD649F81887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828D19FC-1467-4862-978A-05EF066B0E86}"/>
                </a:ext>
              </a:extLst>
            </p:cNvPr>
            <p:cNvCxnSpPr>
              <a:cxnSpLocks/>
              <a:stCxn id="6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a16:creationId xmlns:a16="http://schemas.microsoft.com/office/drawing/2014/main" id="{B792FB7A-D1AE-4108-B03F-2F69DF23F0A1}"/>
                </a:ext>
              </a:extLst>
            </p:cNvPr>
            <p:cNvCxnSpPr>
              <a:cxnSpLocks/>
              <a:stCxn id="6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a16:creationId xmlns:a16="http://schemas.microsoft.com/office/drawing/2014/main" id="{F1851485-70B8-474F-9BF6-27426F6C7481}"/>
                </a:ext>
              </a:extLst>
            </p:cNvPr>
            <p:cNvCxnSpPr>
              <a:cxnSpLocks/>
              <a:stCxn id="62" idx="5"/>
              <a:endCxn id="6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a16:creationId xmlns:a16="http://schemas.microsoft.com/office/drawing/2014/main" id="{507D4590-9AEE-492D-AC65-85747A10709B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EE9242CC-F119-4455-9E2D-12E0A773D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CA088469-0F5C-4549-AFCD-4EB218CB0B27}"/>
                </a:ext>
              </a:extLst>
            </p:cNvPr>
            <p:cNvCxnSpPr>
              <a:cxnSpLocks/>
              <a:endCxn id="6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DC39D38B-1C4E-4591-B879-30034C585586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2C3B657A-9C20-49B3-9D7A-91EEFB7D3A6A}"/>
                </a:ext>
              </a:extLst>
            </p:cNvPr>
            <p:cNvCxnSpPr>
              <a:cxnSpLocks/>
              <a:endCxn id="6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CFA9077A-8948-4B6C-A033-FE0232C0325B}"/>
              </a:ext>
            </a:extLst>
          </p:cNvPr>
          <p:cNvGrpSpPr/>
          <p:nvPr/>
        </p:nvGrpSpPr>
        <p:grpSpPr>
          <a:xfrm>
            <a:off x="9014312" y="2954385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5DC0DEAA-1039-4B1D-9046-BF7B4D58A24B}"/>
                </a:ext>
              </a:extLst>
            </p:cNvPr>
            <p:cNvCxnSpPr>
              <a:stCxn id="92" idx="7"/>
              <a:endCxn id="9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35C1A6C4-C79E-47EC-9516-3E7591E73B68}"/>
                </a:ext>
              </a:extLst>
            </p:cNvPr>
            <p:cNvCxnSpPr>
              <a:cxnSpLocks/>
              <a:stCxn id="9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8CF94912-FCBD-4E67-8E1C-72204DD29F53}"/>
                </a:ext>
              </a:extLst>
            </p:cNvPr>
            <p:cNvCxnSpPr>
              <a:cxnSpLocks/>
              <a:stCxn id="9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コネクタ 96">
              <a:extLst>
                <a:ext uri="{FF2B5EF4-FFF2-40B4-BE49-F238E27FC236}">
                  <a16:creationId xmlns:a16="http://schemas.microsoft.com/office/drawing/2014/main" id="{E4A7ADDC-618B-419B-8F3B-35DE391FD8F4}"/>
                </a:ext>
              </a:extLst>
            </p:cNvPr>
            <p:cNvCxnSpPr>
              <a:cxnSpLocks/>
              <a:stCxn id="9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088BB689-AC1E-4EE4-BB52-3DE2F8AD74D1}"/>
                </a:ext>
              </a:extLst>
            </p:cNvPr>
            <p:cNvCxnSpPr>
              <a:cxnSpLocks/>
              <a:stCxn id="9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48CEF605-AC83-43D8-AF2A-80C8D493B03A}"/>
                </a:ext>
              </a:extLst>
            </p:cNvPr>
            <p:cNvCxnSpPr>
              <a:cxnSpLocks/>
              <a:stCxn id="9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4589089-E84B-4AE2-811F-C19FD4005F58}"/>
                </a:ext>
              </a:extLst>
            </p:cNvPr>
            <p:cNvCxnSpPr>
              <a:cxnSpLocks/>
              <a:stCxn id="92" idx="5"/>
              <a:endCxn id="9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1C8F2ED8-35C0-40B0-AB77-64F02B4CDA4A}"/>
                </a:ext>
              </a:extLst>
            </p:cNvPr>
            <p:cNvCxnSpPr>
              <a:cxnSpLocks/>
              <a:stCxn id="9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コネクタ 101">
              <a:extLst>
                <a:ext uri="{FF2B5EF4-FFF2-40B4-BE49-F238E27FC236}">
                  <a16:creationId xmlns:a16="http://schemas.microsoft.com/office/drawing/2014/main" id="{685C6861-CDF9-4047-B00A-5670AD7BC3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a16:creationId xmlns:a16="http://schemas.microsoft.com/office/drawing/2014/main" id="{38CF91F2-AAC2-4977-98BC-3172C9384585}"/>
                </a:ext>
              </a:extLst>
            </p:cNvPr>
            <p:cNvCxnSpPr>
              <a:cxnSpLocks/>
              <a:endCxn id="9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a16:creationId xmlns:a16="http://schemas.microsoft.com/office/drawing/2014/main" id="{C8325489-91EF-4262-B556-CC74BAF74C81}"/>
                </a:ext>
              </a:extLst>
            </p:cNvPr>
            <p:cNvCxnSpPr>
              <a:cxnSpLocks/>
              <a:stCxn id="9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BCBFAB2A-F433-4DB7-86A5-883BDE4C76F5}"/>
                </a:ext>
              </a:extLst>
            </p:cNvPr>
            <p:cNvCxnSpPr>
              <a:cxnSpLocks/>
              <a:endCxn id="9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グループ化 105">
            <a:extLst>
              <a:ext uri="{FF2B5EF4-FFF2-40B4-BE49-F238E27FC236}">
                <a16:creationId xmlns:a16="http://schemas.microsoft.com/office/drawing/2014/main" id="{7A9769AC-6237-49A9-B61A-B0CB0445EDE0}"/>
              </a:ext>
            </a:extLst>
          </p:cNvPr>
          <p:cNvGrpSpPr/>
          <p:nvPr/>
        </p:nvGrpSpPr>
        <p:grpSpPr>
          <a:xfrm>
            <a:off x="6147390" y="845127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3167860E-78C1-4E3D-A6D3-687F4A50E0EA}"/>
                </a:ext>
              </a:extLst>
            </p:cNvPr>
            <p:cNvCxnSpPr>
              <a:stCxn id="107" idx="7"/>
              <a:endCxn id="108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D558E168-4E48-4486-9525-0639860D8AD4}"/>
                </a:ext>
              </a:extLst>
            </p:cNvPr>
            <p:cNvCxnSpPr>
              <a:cxnSpLocks/>
              <a:stCxn id="107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a16:creationId xmlns:a16="http://schemas.microsoft.com/office/drawing/2014/main" id="{FB619F2F-541D-4741-8324-54600213493D}"/>
                </a:ext>
              </a:extLst>
            </p:cNvPr>
            <p:cNvCxnSpPr>
              <a:cxnSpLocks/>
              <a:stCxn id="107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8170A9FE-3370-4F9C-9B92-03B16BC35473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a16:creationId xmlns:a16="http://schemas.microsoft.com/office/drawing/2014/main" id="{6DF6F0BC-3346-4BC3-B90C-84EB017D0036}"/>
                </a:ext>
              </a:extLst>
            </p:cNvPr>
            <p:cNvCxnSpPr>
              <a:cxnSpLocks/>
              <a:stCxn id="107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335AACC3-1BB2-47CA-83AC-4FBE9C016180}"/>
                </a:ext>
              </a:extLst>
            </p:cNvPr>
            <p:cNvCxnSpPr>
              <a:cxnSpLocks/>
              <a:stCxn id="107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コネクタ 114">
              <a:extLst>
                <a:ext uri="{FF2B5EF4-FFF2-40B4-BE49-F238E27FC236}">
                  <a16:creationId xmlns:a16="http://schemas.microsoft.com/office/drawing/2014/main" id="{AEE30B2F-E899-41FB-9F0A-6C07E7C02FAD}"/>
                </a:ext>
              </a:extLst>
            </p:cNvPr>
            <p:cNvCxnSpPr>
              <a:cxnSpLocks/>
              <a:stCxn id="107" idx="5"/>
              <a:endCxn id="108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1219B461-F58E-4DFC-BBD0-666771C6AE96}"/>
                </a:ext>
              </a:extLst>
            </p:cNvPr>
            <p:cNvCxnSpPr>
              <a:cxnSpLocks/>
              <a:stCxn id="108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A7F57E1-028D-4064-B230-D2B9165E0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a16:creationId xmlns:a16="http://schemas.microsoft.com/office/drawing/2014/main" id="{DCD89F48-0320-485D-A57A-AA344F44DFFC}"/>
                </a:ext>
              </a:extLst>
            </p:cNvPr>
            <p:cNvCxnSpPr>
              <a:cxnSpLocks/>
              <a:endCxn id="108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3A362E79-1664-42B3-9722-5C3BBB553879}"/>
                </a:ext>
              </a:extLst>
            </p:cNvPr>
            <p:cNvCxnSpPr>
              <a:cxnSpLocks/>
              <a:stCxn id="108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コネクタ 119">
              <a:extLst>
                <a:ext uri="{FF2B5EF4-FFF2-40B4-BE49-F238E27FC236}">
                  <a16:creationId xmlns:a16="http://schemas.microsoft.com/office/drawing/2014/main" id="{A13597FB-C760-4C8F-9039-924BAF6585AF}"/>
                </a:ext>
              </a:extLst>
            </p:cNvPr>
            <p:cNvCxnSpPr>
              <a:cxnSpLocks/>
              <a:endCxn id="108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/>
              <p:nvPr/>
            </p:nvSpPr>
            <p:spPr>
              <a:xfrm>
                <a:off x="8751523" y="236036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|=1+0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1523" y="2360360"/>
                <a:ext cx="2871171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/>
              <p:nvPr/>
            </p:nvSpPr>
            <p:spPr>
              <a:xfrm>
                <a:off x="8777679" y="4392366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4. 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|=0+1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7679" y="4392366"/>
                <a:ext cx="2871171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/>
              <p:nvPr/>
            </p:nvSpPr>
            <p:spPr>
              <a:xfrm>
                <a:off x="5858971" y="235344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1. 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971" y="2353440"/>
                <a:ext cx="2871171" cy="369332"/>
              </a:xfrm>
              <a:prstGeom prst="rect">
                <a:avLst/>
              </a:prstGeom>
              <a:blipFill>
                <a:blip r:embed="rId1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/>
              <p:nvPr/>
            </p:nvSpPr>
            <p:spPr>
              <a:xfrm>
                <a:off x="5880352" y="438195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2.|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352" y="4381950"/>
                <a:ext cx="2871171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7785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293</Words>
  <Application>Microsoft Office PowerPoint</Application>
  <PresentationFormat>ワイド画面</PresentationFormat>
  <Paragraphs>240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中野　浩嗣</dc:creator>
  <cp:lastModifiedBy>nakano</cp:lastModifiedBy>
  <cp:revision>42</cp:revision>
  <dcterms:created xsi:type="dcterms:W3CDTF">2025-12-04T23:28:40Z</dcterms:created>
  <dcterms:modified xsi:type="dcterms:W3CDTF">2026-01-23T01:01:06Z</dcterms:modified>
</cp:coreProperties>
</file>