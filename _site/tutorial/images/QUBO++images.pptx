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0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CA8BD8-3F76-448C-9EC3-9ACAC990C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487B0D-585B-4CEF-9521-97D4EFA7E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DEB4F3-EF5A-4767-A8AD-D4E71E2B0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110ABA-6D1D-4209-92F1-9D0F876E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71D53B-1E92-488F-AE2A-CCAA4202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83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512553-C3F8-4DDC-861C-3EF27F1A6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008621-6684-49C8-883E-4C7ADC40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329EF3-B53E-4B8A-B2E6-A3926836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9C84A8-CE21-4F4C-8784-8C1B070C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C9BF0F-23D4-4AEC-9140-01D572B2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1730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F76FE-8266-41DD-83A1-5157380F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C5A144-2A2B-4DF0-8E3F-151FFBDA4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1F5A0-32F5-4F28-9C98-EF9F0B8F0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097FA1-1522-4A6E-9687-A79D430D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305DC9-A944-45EC-803E-8DF6D4BC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715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E3DA3F-5A1B-42B6-AE7E-5A376870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AB1AF8-42C1-4F8A-ACC4-455F479F8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B2FFF8-2AE2-4E4E-AF5D-F0ACD3111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9B2120-2379-478C-A1C9-B25D77C2C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AF8A63-8CC3-447F-A08D-A16BDADC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F9917C-D281-4B65-B02F-48D76332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75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30937-76BA-4980-93C7-0237CC8C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1D50A8-AD34-459C-94EB-9DFDAE21B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E533B2-3CF2-46EC-A0A5-7555B53BE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72C9A25-4910-4226-B5F5-0C083053E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D9E8CFF-613A-4105-AECB-C80AB16E2F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44C260-AC28-413F-A423-379ED497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17DCEBA-2E64-4BBF-9C55-A05BA90A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A78B20-2082-4DC7-922F-7CD7AD84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567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439DC4-E237-4C2E-B934-81A401B7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2179B8B-21FA-42D7-BD23-76170ADE5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4BB4EF7-9896-4BBC-BCED-31BA01FA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38B41A-14CE-46B1-9F12-B928FEE7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087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AD89B24-2332-4B40-9753-6F1964E2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065958F-20FA-4652-9846-5415BCC5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5CE8D0-B6CC-4204-A4A2-2B0E8A27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386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2BA907-08A9-4CF7-9711-0C1614C9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12AC17-A1A1-43BC-89BF-5BC51A90A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151C08-0C74-41E2-8933-EC684990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005F21-7A8D-4FBA-AE20-E5A5891C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6A5F18-D394-4C43-9B56-62BFD7AA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8E830F-C5D0-4CEF-AB5A-1ED88FD7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41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D8865-827E-4048-82A8-D6389B10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C9FEB6-28D9-4059-BC34-736DFE362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AEEE850-0867-44CF-8C0D-6693C2BBD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DA0B69-A449-4090-852F-778DDCB8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036D26-8098-4206-849A-C505B532F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379A81-5F5E-4093-AF70-15009C42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674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0EB472-009C-47AE-B284-3B371C1EF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F7A93F-97E0-4CCB-94D2-68042EF61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A5F6DB-AF79-44D7-A856-B58DC8F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EAFF-B8AE-431A-BB41-161322A6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48062B-4BC5-4423-B759-E57721F0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32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A03C26F-911F-483D-9D15-F71CFF759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35B17F-5504-4A0B-82B0-8EAB7DEA8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AAE869-5EE1-495A-B9EA-660B60DA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F10953-EF03-47E4-9BC4-9C678E63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AD7EC5-806B-4D9A-8AC2-4F1F7D5B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37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B2E4B84-E530-434E-AB23-D960F566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74A17F-EA6F-4B02-BA22-7F6B3BB24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53502C-7CE0-47E6-A641-95C1244B5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49A5A-0767-4D13-9CC0-3A8774588994}" type="datetimeFigureOut">
              <a:rPr kumimoji="1" lang="ja-JP" altLang="en-US" smtClean="0"/>
              <a:t>2025/12/5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64765A-0107-4632-ABB8-C1B4F51D5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4101EB-2050-43EC-8C8D-9544BF4B8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84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C346AFB6-09A9-40FC-B672-F479126612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26915"/>
                  </p:ext>
                </p:extLst>
              </p:nvPr>
            </p:nvGraphicFramePr>
            <p:xfrm>
              <a:off x="1924657" y="1428415"/>
              <a:ext cx="1438984" cy="1441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746">
                      <a:extLst>
                        <a:ext uri="{9D8B030D-6E8A-4147-A177-3AD203B41FA5}">
                          <a16:colId xmlns:a16="http://schemas.microsoft.com/office/drawing/2014/main" val="15703544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90055790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622504738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797870748"/>
                        </a:ext>
                      </a:extLst>
                    </a:gridCol>
                  </a:tblGrid>
                  <a:tr h="3602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917094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909008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4985411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42823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C346AFB6-09A9-40FC-B672-F479126612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26915"/>
                  </p:ext>
                </p:extLst>
              </p:nvPr>
            </p:nvGraphicFramePr>
            <p:xfrm>
              <a:off x="1924657" y="1428415"/>
              <a:ext cx="1438984" cy="1441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746">
                      <a:extLst>
                        <a:ext uri="{9D8B030D-6E8A-4147-A177-3AD203B41FA5}">
                          <a16:colId xmlns:a16="http://schemas.microsoft.com/office/drawing/2014/main" val="15703544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90055790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622504738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797870748"/>
                        </a:ext>
                      </a:extLst>
                    </a:gridCol>
                  </a:tblGrid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5" t="-1695" r="-305085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695" r="-200000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3390" t="-1695" r="-103390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390" t="-1695" r="-3390" b="-305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17094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5" t="-100000" r="-30508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0000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3390" t="-100000" r="-10339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390" t="-100000" r="-339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909008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5" t="-203390" r="-305085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03390" r="-200000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3390" t="-203390" r="-103390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390" t="-203390" r="-3390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985411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5" t="-303390" r="-305085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03390" r="-200000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3390" t="-303390" r="-103390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390" t="-303390" r="-3390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42823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47BB313B-80AB-4924-9FE2-AC163408B8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8083553"/>
                  </p:ext>
                </p:extLst>
              </p:nvPr>
            </p:nvGraphicFramePr>
            <p:xfrm>
              <a:off x="3797959" y="1428415"/>
              <a:ext cx="1438984" cy="1441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746">
                      <a:extLst>
                        <a:ext uri="{9D8B030D-6E8A-4147-A177-3AD203B41FA5}">
                          <a16:colId xmlns:a16="http://schemas.microsoft.com/office/drawing/2014/main" val="15703544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90055790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622504738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797870748"/>
                        </a:ext>
                      </a:extLst>
                    </a:gridCol>
                  </a:tblGrid>
                  <a:tr h="3602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917094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909008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4985411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50" charset="-128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428238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47BB313B-80AB-4924-9FE2-AC163408B8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8083553"/>
                  </p:ext>
                </p:extLst>
              </p:nvPr>
            </p:nvGraphicFramePr>
            <p:xfrm>
              <a:off x="3797959" y="1428415"/>
              <a:ext cx="1438984" cy="1441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746">
                      <a:extLst>
                        <a:ext uri="{9D8B030D-6E8A-4147-A177-3AD203B41FA5}">
                          <a16:colId xmlns:a16="http://schemas.microsoft.com/office/drawing/2014/main" val="15703544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90055790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622504738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797870748"/>
                        </a:ext>
                      </a:extLst>
                    </a:gridCol>
                  </a:tblGrid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0" t="-1695" r="-305085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1695" r="-200000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085" t="-1695" r="-103390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085" t="-1695" r="-3390" b="-305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17094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0" t="-100000" r="-30508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100000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085" t="-100000" r="-10339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085" t="-100000" r="-339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909008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0" t="-203390" r="-305085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03390" r="-200000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085" t="-203390" r="-103390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085" t="-203390" r="-3390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985411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0" t="-303390" r="-305085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303390" r="-200000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085" t="-303390" r="-103390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085" t="-303390" r="-3390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42823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7114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</Words>
  <Application>Microsoft Office PowerPoint</Application>
  <PresentationFormat>ワイド画面</PresentationFormat>
  <Paragraphs>32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中野　浩嗣</dc:creator>
  <cp:lastModifiedBy>中野　浩嗣</cp:lastModifiedBy>
  <cp:revision>1</cp:revision>
  <dcterms:created xsi:type="dcterms:W3CDTF">2025-12-04T23:28:40Z</dcterms:created>
  <dcterms:modified xsi:type="dcterms:W3CDTF">2025-12-04T23:29:57Z</dcterms:modified>
</cp:coreProperties>
</file>